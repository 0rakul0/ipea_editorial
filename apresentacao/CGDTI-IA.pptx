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13"/>
  </p:notesMasterIdLst>
  <p:handoutMasterIdLst>
    <p:handoutMasterId r:id="rId14"/>
  </p:handoutMasterIdLst>
  <p:sldIdLst>
    <p:sldId id="257" r:id="rId5"/>
    <p:sldId id="384" r:id="rId6"/>
    <p:sldId id="317" r:id="rId7"/>
    <p:sldId id="272" r:id="rId8"/>
    <p:sldId id="270" r:id="rId9"/>
    <p:sldId id="281" r:id="rId10"/>
    <p:sldId id="321" r:id="rId11"/>
    <p:sldId id="391" r:id="rId12"/>
  </p:sldIdLst>
  <p:sldSz cx="12192000" cy="6858000"/>
  <p:notesSz cx="6858000" cy="9144000"/>
  <p:defaultTextStyle>
    <a:defPPr rtl="0"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35B"/>
    <a:srgbClr val="CCE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2" autoAdjust="0"/>
    <p:restoredTop sz="93725" autoAdjust="0"/>
  </p:normalViewPr>
  <p:slideViewPr>
    <p:cSldViewPr snapToGrid="0">
      <p:cViewPr varScale="1">
        <p:scale>
          <a:sx n="90" d="100"/>
          <a:sy n="90" d="100"/>
        </p:scale>
        <p:origin x="2208" y="5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2709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24" d="100"/>
          <a:sy n="124" d="100"/>
        </p:scale>
        <p:origin x="495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B2E815-0D19-41DC-B01B-4D608769620A}" type="doc">
      <dgm:prSet loTypeId="urn:microsoft.com/office/officeart/2016/7/layout/RoundedRectangleTimeline" loCatId="other" qsTypeId="urn:microsoft.com/office/officeart/2005/8/quickstyle/simple1" qsCatId="simple" csTypeId="urn:microsoft.com/office/officeart/2005/8/colors/colorful5" csCatId="colorful" phldr="1"/>
      <dgm:spPr/>
      <dgm:t>
        <a:bodyPr rtlCol="0"/>
        <a:lstStyle/>
        <a:p>
          <a:pPr rtl="0"/>
          <a:endParaRPr lang="pt-PT"/>
        </a:p>
      </dgm:t>
    </dgm:pt>
    <dgm:pt modelId="{4259F840-24E7-476F-9F30-482E46395856}">
      <dgm:prSet phldrT="[Text]" custT="1"/>
      <dgm:spPr/>
      <dgm:t>
        <a:bodyPr rtlCol="0"/>
        <a:lstStyle/>
        <a:p>
          <a:pPr rtl="0"/>
          <a:r>
            <a:rPr lang="pt-PT" sz="1800">
              <a:latin typeface="+mn-lt"/>
            </a:rPr>
            <a:t>Título</a:t>
          </a:r>
        </a:p>
      </dgm:t>
    </dgm:pt>
    <dgm:pt modelId="{FCE8068D-7E50-4749-A8D0-ADEDAC5637B3}" type="parTrans" cxnId="{42EE41D1-3C16-4937-BB38-B076896C09A0}">
      <dgm:prSet/>
      <dgm:spPr/>
      <dgm:t>
        <a:bodyPr rtlCol="0"/>
        <a:lstStyle/>
        <a:p>
          <a:pPr rtl="0"/>
          <a:endParaRPr lang="pt-PT" sz="1800">
            <a:latin typeface="+mn-lt"/>
          </a:endParaRPr>
        </a:p>
      </dgm:t>
    </dgm:pt>
    <dgm:pt modelId="{DCC444A4-F20A-48F5-A61E-47BFFF185A57}" type="sibTrans" cxnId="{42EE41D1-3C16-4937-BB38-B076896C09A0}">
      <dgm:prSet/>
      <dgm:spPr/>
      <dgm:t>
        <a:bodyPr rtlCol="0"/>
        <a:lstStyle/>
        <a:p>
          <a:pPr rtl="0"/>
          <a:endParaRPr lang="pt-PT" sz="1800">
            <a:latin typeface="+mn-lt"/>
          </a:endParaRPr>
        </a:p>
      </dgm:t>
    </dgm:pt>
    <dgm:pt modelId="{B54C8F6C-BE1E-4EAB-B7A0-48DE01FFAA36}">
      <dgm:prSet phldrT="[Text]" custT="1"/>
      <dgm:spPr/>
      <dgm:t>
        <a:bodyPr rtlCol="0"/>
        <a:lstStyle/>
        <a:p>
          <a:pPr rtl="0">
            <a:buFont typeface="Symbol" panose="05050102010706020507" pitchFamily="18" charset="2"/>
            <a:buChar char=""/>
          </a:pPr>
          <a:r>
            <a:rPr lang="pt-PT" sz="1600" dirty="0">
              <a:latin typeface="+mn-lt"/>
            </a:rPr>
            <a:t>Para iniciar uma apresentação, aceda ao separador Apresentação de Diapositivos e selecione A Partir do Início.</a:t>
          </a:r>
        </a:p>
      </dgm:t>
    </dgm:pt>
    <dgm:pt modelId="{8DE7CD45-B7C0-432E-B819-6A7D97E31315}" type="parTrans" cxnId="{770CA1CC-3DDD-451E-AE83-A71CA570260C}">
      <dgm:prSet/>
      <dgm:spPr/>
      <dgm:t>
        <a:bodyPr rtlCol="0"/>
        <a:lstStyle/>
        <a:p>
          <a:pPr rtl="0"/>
          <a:endParaRPr lang="pt-PT" sz="1800">
            <a:latin typeface="+mn-lt"/>
          </a:endParaRPr>
        </a:p>
      </dgm:t>
    </dgm:pt>
    <dgm:pt modelId="{C33B8BEF-A818-4A2F-A99A-E2B29895E184}" type="sibTrans" cxnId="{770CA1CC-3DDD-451E-AE83-A71CA570260C}">
      <dgm:prSet/>
      <dgm:spPr/>
      <dgm:t>
        <a:bodyPr rtlCol="0"/>
        <a:lstStyle/>
        <a:p>
          <a:pPr rtl="0"/>
          <a:endParaRPr lang="pt-PT" sz="1800">
            <a:latin typeface="+mn-lt"/>
          </a:endParaRPr>
        </a:p>
      </dgm:t>
    </dgm:pt>
    <dgm:pt modelId="{E4033A39-DCC4-4038-9562-AEDDBBB37A99}">
      <dgm:prSet phldrT="[Text]" custT="1"/>
      <dgm:spPr/>
      <dgm:t>
        <a:bodyPr rtlCol="0"/>
        <a:lstStyle/>
        <a:p>
          <a:pPr rtl="0"/>
          <a:r>
            <a:rPr lang="pt-PT" sz="1800">
              <a:latin typeface="+mn-lt"/>
            </a:rPr>
            <a:t>Título</a:t>
          </a:r>
        </a:p>
      </dgm:t>
    </dgm:pt>
    <dgm:pt modelId="{048EEAE6-78BA-4B00-B7BB-9C22DBB1E8F4}" type="parTrans" cxnId="{32EF2862-2950-4DF8-BEA8-CD19460CCA31}">
      <dgm:prSet/>
      <dgm:spPr/>
      <dgm:t>
        <a:bodyPr rtlCol="0"/>
        <a:lstStyle/>
        <a:p>
          <a:pPr rtl="0"/>
          <a:endParaRPr lang="pt-PT" sz="1800">
            <a:latin typeface="+mn-lt"/>
          </a:endParaRPr>
        </a:p>
      </dgm:t>
    </dgm:pt>
    <dgm:pt modelId="{80AB0E5B-0C58-465D-A545-5B21133D2849}" type="sibTrans" cxnId="{32EF2862-2950-4DF8-BEA8-CD19460CCA31}">
      <dgm:prSet/>
      <dgm:spPr/>
      <dgm:t>
        <a:bodyPr rtlCol="0"/>
        <a:lstStyle/>
        <a:p>
          <a:pPr rtl="0"/>
          <a:endParaRPr lang="pt-PT" sz="1800">
            <a:latin typeface="+mn-lt"/>
          </a:endParaRPr>
        </a:p>
      </dgm:t>
    </dgm:pt>
    <dgm:pt modelId="{A4C0B4E4-70AD-4901-9E3F-7EA25DD6DAA1}">
      <dgm:prSet phldrT="[Text]" custT="1"/>
      <dgm:spPr/>
      <dgm:t>
        <a:bodyPr rtlCol="0"/>
        <a:lstStyle/>
        <a:p>
          <a:pPr rtl="0">
            <a:buFont typeface="Symbol" panose="05050102010706020507" pitchFamily="18" charset="2"/>
            <a:buChar char=""/>
          </a:pPr>
          <a:r>
            <a:rPr lang="pt-PT" sz="1600" dirty="0">
              <a:latin typeface="+mn-lt"/>
            </a:rPr>
            <a:t>Para mostrar a vista do Apresentador, na vista Apresentação de Diapositivos, na barra de controlo no canto inferior esquerdo, selecione as reticências e, em seguida, Mostrar Vista do Apresentador.</a:t>
          </a:r>
        </a:p>
      </dgm:t>
    </dgm:pt>
    <dgm:pt modelId="{701D9033-BAD3-4299-933F-A47AFDC2ECD0}" type="parTrans" cxnId="{5E74CB62-E52E-4CEE-8AA1-9812BFC0D67E}">
      <dgm:prSet/>
      <dgm:spPr/>
      <dgm:t>
        <a:bodyPr rtlCol="0"/>
        <a:lstStyle/>
        <a:p>
          <a:pPr rtl="0"/>
          <a:endParaRPr lang="pt-PT" sz="1800">
            <a:latin typeface="+mn-lt"/>
          </a:endParaRPr>
        </a:p>
      </dgm:t>
    </dgm:pt>
    <dgm:pt modelId="{657DB10D-2517-48AA-B970-6D815DBD4123}" type="sibTrans" cxnId="{5E74CB62-E52E-4CEE-8AA1-9812BFC0D67E}">
      <dgm:prSet/>
      <dgm:spPr/>
      <dgm:t>
        <a:bodyPr rtlCol="0"/>
        <a:lstStyle/>
        <a:p>
          <a:pPr rtl="0"/>
          <a:endParaRPr lang="pt-PT" sz="1800">
            <a:latin typeface="+mn-lt"/>
          </a:endParaRPr>
        </a:p>
      </dgm:t>
    </dgm:pt>
    <dgm:pt modelId="{87BF7896-20EA-4E8F-B6F4-A34EC5C9CB50}">
      <dgm:prSet phldrT="[Text]" custT="1"/>
      <dgm:spPr/>
      <dgm:t>
        <a:bodyPr rtlCol="0"/>
        <a:lstStyle/>
        <a:p>
          <a:pPr rtl="0"/>
          <a:r>
            <a:rPr lang="pt-PT" sz="1800">
              <a:latin typeface="+mn-lt"/>
            </a:rPr>
            <a:t>Título</a:t>
          </a:r>
        </a:p>
      </dgm:t>
    </dgm:pt>
    <dgm:pt modelId="{05E47BA5-F724-4AEE-9B5B-401F18E028E6}" type="parTrans" cxnId="{92330C11-C197-4512-BDA4-8D8A69AF7D1C}">
      <dgm:prSet/>
      <dgm:spPr/>
      <dgm:t>
        <a:bodyPr rtlCol="0"/>
        <a:lstStyle/>
        <a:p>
          <a:pPr rtl="0"/>
          <a:endParaRPr lang="pt-PT" sz="1800">
            <a:latin typeface="+mn-lt"/>
          </a:endParaRPr>
        </a:p>
      </dgm:t>
    </dgm:pt>
    <dgm:pt modelId="{D63CE73E-35DE-48C3-8753-7648BC953C0D}" type="sibTrans" cxnId="{92330C11-C197-4512-BDA4-8D8A69AF7D1C}">
      <dgm:prSet/>
      <dgm:spPr/>
      <dgm:t>
        <a:bodyPr rtlCol="0"/>
        <a:lstStyle/>
        <a:p>
          <a:pPr rtl="0"/>
          <a:endParaRPr lang="pt-PT" sz="1800">
            <a:latin typeface="+mn-lt"/>
          </a:endParaRPr>
        </a:p>
      </dgm:t>
    </dgm:pt>
    <dgm:pt modelId="{43CBB0A2-9D75-4264-8A30-3E8974B40658}">
      <dgm:prSet phldrT="[Text]" custT="1"/>
      <dgm:spPr/>
      <dgm:t>
        <a:bodyPr rtlCol="0"/>
        <a:lstStyle/>
        <a:p>
          <a:pPr rtl="0">
            <a:buFont typeface="Symbol" panose="05050102010706020507" pitchFamily="18" charset="2"/>
            <a:buChar char=""/>
          </a:pPr>
          <a:r>
            <a:rPr lang="pt-PT" sz="1600" dirty="0"/>
            <a:t>Durante a sua apresentação, as notas do orador estarão visíveis no seu monitor, mas não para a audiência.</a:t>
          </a:r>
          <a:endParaRPr lang="pt-PT" sz="1600" dirty="0">
            <a:latin typeface="+mn-lt"/>
          </a:endParaRPr>
        </a:p>
      </dgm:t>
    </dgm:pt>
    <dgm:pt modelId="{F806E590-5F8E-48A1-96AC-9E738290D2ED}" type="parTrans" cxnId="{4D2DF581-8128-4440-9E51-29109DC6ED52}">
      <dgm:prSet/>
      <dgm:spPr/>
      <dgm:t>
        <a:bodyPr rtlCol="0"/>
        <a:lstStyle/>
        <a:p>
          <a:pPr rtl="0"/>
          <a:endParaRPr lang="pt-PT" sz="1800">
            <a:latin typeface="+mn-lt"/>
          </a:endParaRPr>
        </a:p>
      </dgm:t>
    </dgm:pt>
    <dgm:pt modelId="{20F77EFB-335C-4BC3-AD95-8421EDF343E6}" type="sibTrans" cxnId="{4D2DF581-8128-4440-9E51-29109DC6ED52}">
      <dgm:prSet/>
      <dgm:spPr/>
      <dgm:t>
        <a:bodyPr rtlCol="0"/>
        <a:lstStyle/>
        <a:p>
          <a:pPr rtl="0"/>
          <a:endParaRPr lang="pt-PT" sz="1800">
            <a:latin typeface="+mn-lt"/>
          </a:endParaRPr>
        </a:p>
      </dgm:t>
    </dgm:pt>
    <dgm:pt modelId="{3DE6FF16-CA4D-4D34-ABEB-8BE6A40B5E52}">
      <dgm:prSet phldrT="[Text]" custT="1"/>
      <dgm:spPr/>
      <dgm:t>
        <a:bodyPr rtlCol="0"/>
        <a:lstStyle/>
        <a:p>
          <a:pPr rtl="0">
            <a:buFont typeface="Symbol" panose="05050102010706020507" pitchFamily="18" charset="2"/>
            <a:buChar char=""/>
          </a:pPr>
          <a:r>
            <a:rPr lang="pt-PT" sz="1800">
              <a:latin typeface="+mn-lt"/>
            </a:rPr>
            <a:t>Título</a:t>
          </a:r>
        </a:p>
      </dgm:t>
    </dgm:pt>
    <dgm:pt modelId="{DA9CCCCB-8206-4757-82C8-F885E9D238B5}" type="parTrans" cxnId="{636DE8C5-F706-4BA5-855F-85FD2239E2BE}">
      <dgm:prSet/>
      <dgm:spPr/>
      <dgm:t>
        <a:bodyPr rtlCol="0"/>
        <a:lstStyle/>
        <a:p>
          <a:pPr rtl="0"/>
          <a:endParaRPr lang="pt-PT" sz="1800"/>
        </a:p>
      </dgm:t>
    </dgm:pt>
    <dgm:pt modelId="{986162A7-6F89-4679-B40E-33A17DA21B73}" type="sibTrans" cxnId="{636DE8C5-F706-4BA5-855F-85FD2239E2BE}">
      <dgm:prSet/>
      <dgm:spPr/>
      <dgm:t>
        <a:bodyPr rtlCol="0"/>
        <a:lstStyle/>
        <a:p>
          <a:pPr rtl="0"/>
          <a:endParaRPr lang="pt-PT" sz="1800"/>
        </a:p>
      </dgm:t>
    </dgm:pt>
    <dgm:pt modelId="{AC76BE15-3E8A-498B-91BD-CF772C26B6F1}">
      <dgm:prSet phldrT="[Text]" custT="1"/>
      <dgm:spPr/>
      <dgm:t>
        <a:bodyPr rtlCol="0"/>
        <a:lstStyle/>
        <a:p>
          <a:pPr rtl="0">
            <a:buFont typeface="Symbol" panose="05050102010706020507" pitchFamily="18" charset="2"/>
            <a:buChar char=""/>
          </a:pPr>
          <a:r>
            <a:rPr lang="pt-PT" sz="1800">
              <a:latin typeface="+mn-lt"/>
            </a:rPr>
            <a:t>Título</a:t>
          </a:r>
        </a:p>
      </dgm:t>
    </dgm:pt>
    <dgm:pt modelId="{00CCB400-064A-4EF5-9806-9534D9AC69AD}" type="parTrans" cxnId="{140A4778-8248-44DE-B78A-23C578A77D7E}">
      <dgm:prSet/>
      <dgm:spPr/>
      <dgm:t>
        <a:bodyPr rtlCol="0"/>
        <a:lstStyle/>
        <a:p>
          <a:pPr rtl="0"/>
          <a:endParaRPr lang="pt-PT" sz="1800"/>
        </a:p>
      </dgm:t>
    </dgm:pt>
    <dgm:pt modelId="{662A3D6E-7238-444F-BC0B-C7A4321261DB}" type="sibTrans" cxnId="{140A4778-8248-44DE-B78A-23C578A77D7E}">
      <dgm:prSet/>
      <dgm:spPr/>
      <dgm:t>
        <a:bodyPr rtlCol="0"/>
        <a:lstStyle/>
        <a:p>
          <a:pPr rtl="0"/>
          <a:endParaRPr lang="pt-PT" sz="1800"/>
        </a:p>
      </dgm:t>
    </dgm:pt>
    <dgm:pt modelId="{73820394-2159-4075-9E6F-217263B07F8B}">
      <dgm:prSet phldrT="[Text]" custT="1"/>
      <dgm:spPr/>
      <dgm:t>
        <a:bodyPr rtlCol="0"/>
        <a:lstStyle/>
        <a:p>
          <a:pPr rtl="0">
            <a:buFont typeface="Symbol" panose="05050102010706020507" pitchFamily="18" charset="2"/>
            <a:buChar char=""/>
          </a:pPr>
          <a:r>
            <a:rPr lang="pt-PT" sz="1600" dirty="0"/>
            <a:t>Se não vir o painel de Notas ou se estiver completamente minimizado, clique em Notas na barra de tarefas na parte inferior da janela do PowerPoint.</a:t>
          </a:r>
          <a:endParaRPr lang="pt-PT" sz="1600" dirty="0">
            <a:latin typeface="+mn-lt"/>
          </a:endParaRPr>
        </a:p>
      </dgm:t>
    </dgm:pt>
    <dgm:pt modelId="{A861A835-3A0D-4B09-8870-87D7FDC7B27F}" type="parTrans" cxnId="{19CF03A0-47BE-4ABD-A62C-A27E16D6C5A3}">
      <dgm:prSet/>
      <dgm:spPr/>
      <dgm:t>
        <a:bodyPr rtlCol="0"/>
        <a:lstStyle/>
        <a:p>
          <a:pPr rtl="0"/>
          <a:endParaRPr lang="pt-PT" sz="1800"/>
        </a:p>
      </dgm:t>
    </dgm:pt>
    <dgm:pt modelId="{D383A36B-470D-499F-AE13-85A6B2495524}" type="sibTrans" cxnId="{19CF03A0-47BE-4ABD-A62C-A27E16D6C5A3}">
      <dgm:prSet/>
      <dgm:spPr/>
      <dgm:t>
        <a:bodyPr rtlCol="0"/>
        <a:lstStyle/>
        <a:p>
          <a:pPr rtl="0"/>
          <a:endParaRPr lang="pt-PT" sz="1800"/>
        </a:p>
      </dgm:t>
    </dgm:pt>
    <dgm:pt modelId="{C032D242-8D23-4EEC-A10A-7B0691E5A409}">
      <dgm:prSet phldrT="[Text]" custT="1"/>
      <dgm:spPr/>
      <dgm:t>
        <a:bodyPr rtlCol="0"/>
        <a:lstStyle/>
        <a:p>
          <a:pPr rtl="0">
            <a:buFont typeface="Symbol" panose="05050102010706020507" pitchFamily="18" charset="2"/>
            <a:buChar char=""/>
          </a:pPr>
          <a:r>
            <a:rPr lang="pt-PT" sz="1600" dirty="0"/>
            <a:t>O painel de Notas é uma caixa que aparece abaixo de cada diapositivo. Toque no mesmo para adicionar notas.</a:t>
          </a:r>
          <a:endParaRPr lang="pt-PT" sz="1600" dirty="0">
            <a:latin typeface="+mn-lt"/>
          </a:endParaRPr>
        </a:p>
      </dgm:t>
    </dgm:pt>
    <dgm:pt modelId="{167DA838-BF1F-42A4-81E8-806F40795A14}" type="parTrans" cxnId="{D9403C73-FB83-47D6-85AE-067D49ED63F2}">
      <dgm:prSet/>
      <dgm:spPr/>
      <dgm:t>
        <a:bodyPr rtlCol="0"/>
        <a:lstStyle/>
        <a:p>
          <a:pPr rtl="0"/>
          <a:endParaRPr lang="pt-PT" sz="1800"/>
        </a:p>
      </dgm:t>
    </dgm:pt>
    <dgm:pt modelId="{7EFA60CA-572D-434D-B452-A4ACBAEB4D2C}" type="sibTrans" cxnId="{D9403C73-FB83-47D6-85AE-067D49ED63F2}">
      <dgm:prSet/>
      <dgm:spPr/>
      <dgm:t>
        <a:bodyPr rtlCol="0"/>
        <a:lstStyle/>
        <a:p>
          <a:pPr rtl="0"/>
          <a:endParaRPr lang="pt-PT" sz="1800"/>
        </a:p>
      </dgm:t>
    </dgm:pt>
    <dgm:pt modelId="{196C9F68-3606-4282-A4C6-4485F1280B5F}" type="pres">
      <dgm:prSet presAssocID="{E5B2E815-0D19-41DC-B01B-4D608769620A}" presName="Name0" presStyleCnt="0">
        <dgm:presLayoutVars>
          <dgm:chMax/>
          <dgm:chPref/>
          <dgm:animLvl val="lvl"/>
        </dgm:presLayoutVars>
      </dgm:prSet>
      <dgm:spPr/>
    </dgm:pt>
    <dgm:pt modelId="{68D8AC18-502F-4825-B069-75605ADB3A40}" type="pres">
      <dgm:prSet presAssocID="{4259F840-24E7-476F-9F30-482E46395856}" presName="composite1" presStyleCnt="0"/>
      <dgm:spPr/>
    </dgm:pt>
    <dgm:pt modelId="{E088D226-49D7-4C30-90DC-CA1755D98829}" type="pres">
      <dgm:prSet presAssocID="{4259F840-24E7-476F-9F30-482E46395856}" presName="parent1" presStyleLbl="alignNode1" presStyleIdx="0" presStyleCnt="5">
        <dgm:presLayoutVars>
          <dgm:chMax val="1"/>
          <dgm:chPref val="1"/>
          <dgm:bulletEnabled val="1"/>
        </dgm:presLayoutVars>
      </dgm:prSet>
      <dgm:spPr/>
    </dgm:pt>
    <dgm:pt modelId="{45A02F84-C6CB-43F5-AEE4-3EA66C2BD25F}" type="pres">
      <dgm:prSet presAssocID="{4259F840-24E7-476F-9F30-482E46395856}" presName="Childtext1" presStyleLbl="revTx" presStyleIdx="0" presStyleCnt="5">
        <dgm:presLayoutVars>
          <dgm:bulletEnabled val="1"/>
        </dgm:presLayoutVars>
      </dgm:prSet>
      <dgm:spPr/>
    </dgm:pt>
    <dgm:pt modelId="{6BA46904-CB7C-4538-BD49-D3891EF19552}" type="pres">
      <dgm:prSet presAssocID="{4259F840-24E7-476F-9F30-482E46395856}" presName="ConnectLine1" presStyleLbl="sibTrans1D1" presStyleIdx="0" presStyleCnt="5"/>
      <dgm:spPr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049FDBD0-77FE-49D1-A275-A272C8C5E426}" type="pres">
      <dgm:prSet presAssocID="{4259F840-24E7-476F-9F30-482E46395856}" presName="ConnectLineEnd1" presStyleLbl="lnNode1" presStyleIdx="0" presStyleCnt="5"/>
      <dgm:spPr/>
    </dgm:pt>
    <dgm:pt modelId="{CB26EA94-33BB-4F98-9E1E-2237D4831263}" type="pres">
      <dgm:prSet presAssocID="{4259F840-24E7-476F-9F30-482E46395856}" presName="EmptyPane1" presStyleCnt="0"/>
      <dgm:spPr/>
    </dgm:pt>
    <dgm:pt modelId="{606F1DBF-510E-4065-ACCB-3EBDA85CFB92}" type="pres">
      <dgm:prSet presAssocID="{DCC444A4-F20A-48F5-A61E-47BFFF185A57}" presName="spaceBetweenRectangles1" presStyleCnt="0"/>
      <dgm:spPr/>
    </dgm:pt>
    <dgm:pt modelId="{07989479-D1A2-4D15-AA3A-B0CFFB9F91D9}" type="pres">
      <dgm:prSet presAssocID="{E4033A39-DCC4-4038-9562-AEDDBBB37A99}" presName="composite1" presStyleCnt="0"/>
      <dgm:spPr/>
    </dgm:pt>
    <dgm:pt modelId="{539615E2-3277-4D8E-8484-FF5088C8BF01}" type="pres">
      <dgm:prSet presAssocID="{E4033A39-DCC4-4038-9562-AEDDBBB37A99}" presName="parent1" presStyleLbl="alignNode1" presStyleIdx="1" presStyleCnt="5">
        <dgm:presLayoutVars>
          <dgm:chMax val="1"/>
          <dgm:chPref val="1"/>
          <dgm:bulletEnabled val="1"/>
        </dgm:presLayoutVars>
      </dgm:prSet>
      <dgm:spPr/>
    </dgm:pt>
    <dgm:pt modelId="{FEBD3C2A-A340-470A-A475-AE614EA07678}" type="pres">
      <dgm:prSet presAssocID="{E4033A39-DCC4-4038-9562-AEDDBBB37A99}" presName="Childtext1" presStyleLbl="revTx" presStyleIdx="1" presStyleCnt="5">
        <dgm:presLayoutVars>
          <dgm:bulletEnabled val="1"/>
        </dgm:presLayoutVars>
      </dgm:prSet>
      <dgm:spPr/>
    </dgm:pt>
    <dgm:pt modelId="{080474C8-0FEA-4FD1-97F1-0978CFB4A37F}" type="pres">
      <dgm:prSet presAssocID="{E4033A39-DCC4-4038-9562-AEDDBBB37A99}" presName="ConnectLine1" presStyleLbl="sibTrans1D1" presStyleIdx="1" presStyleCnt="5"/>
      <dgm:spPr>
        <a:noFill/>
        <a:ln w="6350" cap="flat" cmpd="sng" algn="ctr">
          <a:solidFill>
            <a:schemeClr val="accent5">
              <a:hueOff val="90002"/>
              <a:satOff val="2173"/>
              <a:lumOff val="-10490"/>
              <a:alphaOff val="0"/>
            </a:schemeClr>
          </a:solidFill>
          <a:prstDash val="dash"/>
          <a:miter lim="800000"/>
        </a:ln>
        <a:effectLst/>
      </dgm:spPr>
    </dgm:pt>
    <dgm:pt modelId="{4797FB61-2602-4A58-81E6-6F133DB1E419}" type="pres">
      <dgm:prSet presAssocID="{E4033A39-DCC4-4038-9562-AEDDBBB37A99}" presName="ConnectLineEnd1" presStyleLbl="lnNode1" presStyleIdx="1" presStyleCnt="5"/>
      <dgm:spPr/>
    </dgm:pt>
    <dgm:pt modelId="{3ADF0AE3-D759-4F4F-8135-572855211847}" type="pres">
      <dgm:prSet presAssocID="{E4033A39-DCC4-4038-9562-AEDDBBB37A99}" presName="EmptyPane1" presStyleCnt="0"/>
      <dgm:spPr/>
    </dgm:pt>
    <dgm:pt modelId="{B0CD7A53-7149-45F2-83E8-36717D7878A1}" type="pres">
      <dgm:prSet presAssocID="{80AB0E5B-0C58-465D-A545-5B21133D2849}" presName="spaceBetweenRectangles1" presStyleCnt="0"/>
      <dgm:spPr/>
    </dgm:pt>
    <dgm:pt modelId="{FB379A6E-C0F9-420B-90FC-2785E757E6AE}" type="pres">
      <dgm:prSet presAssocID="{87BF7896-20EA-4E8F-B6F4-A34EC5C9CB50}" presName="composite1" presStyleCnt="0"/>
      <dgm:spPr/>
    </dgm:pt>
    <dgm:pt modelId="{9D82041D-873A-4600-A9C7-C0A0ADFB138B}" type="pres">
      <dgm:prSet presAssocID="{87BF7896-20EA-4E8F-B6F4-A34EC5C9CB50}" presName="parent1" presStyleLbl="alignNode1" presStyleIdx="2" presStyleCnt="5">
        <dgm:presLayoutVars>
          <dgm:chMax val="1"/>
          <dgm:chPref val="1"/>
          <dgm:bulletEnabled val="1"/>
        </dgm:presLayoutVars>
      </dgm:prSet>
      <dgm:spPr/>
    </dgm:pt>
    <dgm:pt modelId="{80CDBBF8-C6B4-4166-87C1-DC9120CC7586}" type="pres">
      <dgm:prSet presAssocID="{87BF7896-20EA-4E8F-B6F4-A34EC5C9CB50}" presName="Childtext1" presStyleLbl="revTx" presStyleIdx="2" presStyleCnt="5">
        <dgm:presLayoutVars>
          <dgm:bulletEnabled val="1"/>
        </dgm:presLayoutVars>
      </dgm:prSet>
      <dgm:spPr/>
    </dgm:pt>
    <dgm:pt modelId="{89759DE5-9F8A-470E-A6D8-F13BB4DEE93D}" type="pres">
      <dgm:prSet presAssocID="{87BF7896-20EA-4E8F-B6F4-A34EC5C9CB50}" presName="ConnectLine1" presStyleLbl="sibTrans1D1" presStyleIdx="2" presStyleCnt="5"/>
      <dgm:spPr>
        <a:noFill/>
        <a:ln w="6350" cap="flat" cmpd="sng" algn="ctr">
          <a:solidFill>
            <a:schemeClr val="accent5">
              <a:hueOff val="180003"/>
              <a:satOff val="4346"/>
              <a:lumOff val="-20980"/>
              <a:alphaOff val="0"/>
            </a:schemeClr>
          </a:solidFill>
          <a:prstDash val="dash"/>
          <a:miter lim="800000"/>
        </a:ln>
        <a:effectLst/>
      </dgm:spPr>
    </dgm:pt>
    <dgm:pt modelId="{07CCF286-8B46-4A20-ACAC-84BA2D6EFBBC}" type="pres">
      <dgm:prSet presAssocID="{87BF7896-20EA-4E8F-B6F4-A34EC5C9CB50}" presName="ConnectLineEnd1" presStyleLbl="lnNode1" presStyleIdx="2" presStyleCnt="5"/>
      <dgm:spPr/>
    </dgm:pt>
    <dgm:pt modelId="{4624FC32-5405-42B1-B5CC-DF0659852A58}" type="pres">
      <dgm:prSet presAssocID="{87BF7896-20EA-4E8F-B6F4-A34EC5C9CB50}" presName="EmptyPane1" presStyleCnt="0"/>
      <dgm:spPr/>
    </dgm:pt>
    <dgm:pt modelId="{8C327064-3851-4ECF-AAB7-82B51711041E}" type="pres">
      <dgm:prSet presAssocID="{D63CE73E-35DE-48C3-8753-7648BC953C0D}" presName="spaceBetweenRectangles1" presStyleCnt="0"/>
      <dgm:spPr/>
    </dgm:pt>
    <dgm:pt modelId="{3ADEA4DF-6814-494D-9D3D-41947417052B}" type="pres">
      <dgm:prSet presAssocID="{3DE6FF16-CA4D-4D34-ABEB-8BE6A40B5E52}" presName="composite1" presStyleCnt="0"/>
      <dgm:spPr/>
    </dgm:pt>
    <dgm:pt modelId="{74CD3FF2-195B-429B-BC6F-5B5A7FED2BE2}" type="pres">
      <dgm:prSet presAssocID="{3DE6FF16-CA4D-4D34-ABEB-8BE6A40B5E52}" presName="parent1" presStyleLbl="alignNode1" presStyleIdx="3" presStyleCnt="5">
        <dgm:presLayoutVars>
          <dgm:chMax val="1"/>
          <dgm:chPref val="1"/>
          <dgm:bulletEnabled val="1"/>
        </dgm:presLayoutVars>
      </dgm:prSet>
      <dgm:spPr/>
    </dgm:pt>
    <dgm:pt modelId="{1BB5FD64-47F9-47A3-911F-535BFE17A3B9}" type="pres">
      <dgm:prSet presAssocID="{3DE6FF16-CA4D-4D34-ABEB-8BE6A40B5E52}" presName="Childtext1" presStyleLbl="revTx" presStyleIdx="3" presStyleCnt="5">
        <dgm:presLayoutVars>
          <dgm:bulletEnabled val="1"/>
        </dgm:presLayoutVars>
      </dgm:prSet>
      <dgm:spPr/>
    </dgm:pt>
    <dgm:pt modelId="{FE9B27EB-7AC7-485A-9A55-41E8118F9EAF}" type="pres">
      <dgm:prSet presAssocID="{3DE6FF16-CA4D-4D34-ABEB-8BE6A40B5E52}" presName="ConnectLine1" presStyleLbl="sibTrans1D1" presStyleIdx="3" presStyleCnt="5"/>
      <dgm:spPr>
        <a:noFill/>
        <a:ln w="6350" cap="flat" cmpd="sng" algn="ctr">
          <a:solidFill>
            <a:schemeClr val="accent5">
              <a:hueOff val="270005"/>
              <a:satOff val="6519"/>
              <a:lumOff val="-31471"/>
              <a:alphaOff val="0"/>
            </a:schemeClr>
          </a:solidFill>
          <a:prstDash val="dash"/>
          <a:miter lim="800000"/>
        </a:ln>
        <a:effectLst/>
      </dgm:spPr>
    </dgm:pt>
    <dgm:pt modelId="{46BD4721-4664-4AD0-9F11-DBE7E0B207D5}" type="pres">
      <dgm:prSet presAssocID="{3DE6FF16-CA4D-4D34-ABEB-8BE6A40B5E52}" presName="ConnectLineEnd1" presStyleLbl="lnNode1" presStyleIdx="3" presStyleCnt="5"/>
      <dgm:spPr/>
    </dgm:pt>
    <dgm:pt modelId="{69028BD0-349D-4B47-B1F4-B64C6478DE3C}" type="pres">
      <dgm:prSet presAssocID="{3DE6FF16-CA4D-4D34-ABEB-8BE6A40B5E52}" presName="EmptyPane1" presStyleCnt="0"/>
      <dgm:spPr/>
    </dgm:pt>
    <dgm:pt modelId="{619CFBB1-86F5-45A6-80BA-23F97450662F}" type="pres">
      <dgm:prSet presAssocID="{986162A7-6F89-4679-B40E-33A17DA21B73}" presName="spaceBetweenRectangles1" presStyleCnt="0"/>
      <dgm:spPr/>
    </dgm:pt>
    <dgm:pt modelId="{E4E0A96A-AF87-442A-A1A3-64B8F3CFC7FE}" type="pres">
      <dgm:prSet presAssocID="{AC76BE15-3E8A-498B-91BD-CF772C26B6F1}" presName="composite1" presStyleCnt="0"/>
      <dgm:spPr/>
    </dgm:pt>
    <dgm:pt modelId="{483E7832-9872-48C4-8E65-DCB39D4CDBDF}" type="pres">
      <dgm:prSet presAssocID="{AC76BE15-3E8A-498B-91BD-CF772C26B6F1}" presName="parent1" presStyleLbl="alignNode1" presStyleIdx="4" presStyleCnt="5">
        <dgm:presLayoutVars>
          <dgm:chMax val="1"/>
          <dgm:chPref val="1"/>
          <dgm:bulletEnabled val="1"/>
        </dgm:presLayoutVars>
      </dgm:prSet>
      <dgm:spPr/>
    </dgm:pt>
    <dgm:pt modelId="{1FA3C236-5719-4A33-A6BB-80FA85F940E3}" type="pres">
      <dgm:prSet presAssocID="{AC76BE15-3E8A-498B-91BD-CF772C26B6F1}" presName="Childtext1" presStyleLbl="revTx" presStyleIdx="4" presStyleCnt="5">
        <dgm:presLayoutVars>
          <dgm:bulletEnabled val="1"/>
        </dgm:presLayoutVars>
      </dgm:prSet>
      <dgm:spPr/>
    </dgm:pt>
    <dgm:pt modelId="{18F1C823-9ACD-4FCD-8102-F468DCE57A45}" type="pres">
      <dgm:prSet presAssocID="{AC76BE15-3E8A-498B-91BD-CF772C26B6F1}" presName="ConnectLine1" presStyleLbl="sibTrans1D1" presStyleIdx="4" presStyleCnt="5"/>
      <dgm:spPr>
        <a:noFill/>
        <a:ln w="6350" cap="flat" cmpd="sng" algn="ctr">
          <a:solidFill>
            <a:schemeClr val="accent5">
              <a:hueOff val="360006"/>
              <a:satOff val="8692"/>
              <a:lumOff val="-41961"/>
              <a:alphaOff val="0"/>
            </a:schemeClr>
          </a:solidFill>
          <a:prstDash val="dash"/>
          <a:miter lim="800000"/>
        </a:ln>
        <a:effectLst/>
      </dgm:spPr>
    </dgm:pt>
    <dgm:pt modelId="{F8AD0AB8-BBDF-4F0A-A6A0-850E289DD521}" type="pres">
      <dgm:prSet presAssocID="{AC76BE15-3E8A-498B-91BD-CF772C26B6F1}" presName="ConnectLineEnd1" presStyleLbl="lnNode1" presStyleIdx="4" presStyleCnt="5"/>
      <dgm:spPr/>
    </dgm:pt>
    <dgm:pt modelId="{11CAE2E7-2E06-450A-A729-9C2DCEF85421}" type="pres">
      <dgm:prSet presAssocID="{AC76BE15-3E8A-498B-91BD-CF772C26B6F1}" presName="EmptyPane1" presStyleCnt="0"/>
      <dgm:spPr/>
    </dgm:pt>
  </dgm:ptLst>
  <dgm:cxnLst>
    <dgm:cxn modelId="{58AF9605-98E3-490C-9551-60E5D74419A2}" type="presOf" srcId="{3DE6FF16-CA4D-4D34-ABEB-8BE6A40B5E52}" destId="{74CD3FF2-195B-429B-BC6F-5B5A7FED2BE2}" srcOrd="0" destOrd="0" presId="urn:microsoft.com/office/officeart/2016/7/layout/RoundedRectangleTimeline"/>
    <dgm:cxn modelId="{467F290A-9E2A-412E-AF06-428DAA68BEDD}" type="presOf" srcId="{E4033A39-DCC4-4038-9562-AEDDBBB37A99}" destId="{539615E2-3277-4D8E-8484-FF5088C8BF01}" srcOrd="0" destOrd="0" presId="urn:microsoft.com/office/officeart/2016/7/layout/RoundedRectangleTimeline"/>
    <dgm:cxn modelId="{A2A50010-8F67-49E4-9B0A-E0F7FDA9656C}" type="presOf" srcId="{B54C8F6C-BE1E-4EAB-B7A0-48DE01FFAA36}" destId="{45A02F84-C6CB-43F5-AEE4-3EA66C2BD25F}" srcOrd="0" destOrd="0" presId="urn:microsoft.com/office/officeart/2016/7/layout/RoundedRectangleTimeline"/>
    <dgm:cxn modelId="{92330C11-C197-4512-BDA4-8D8A69AF7D1C}" srcId="{E5B2E815-0D19-41DC-B01B-4D608769620A}" destId="{87BF7896-20EA-4E8F-B6F4-A34EC5C9CB50}" srcOrd="2" destOrd="0" parTransId="{05E47BA5-F724-4AEE-9B5B-401F18E028E6}" sibTransId="{D63CE73E-35DE-48C3-8753-7648BC953C0D}"/>
    <dgm:cxn modelId="{D88F5139-A3BF-4F98-ABB0-AEE7243465CB}" type="presOf" srcId="{87BF7896-20EA-4E8F-B6F4-A34EC5C9CB50}" destId="{9D82041D-873A-4600-A9C7-C0A0ADFB138B}" srcOrd="0" destOrd="0" presId="urn:microsoft.com/office/officeart/2016/7/layout/RoundedRectangleTimeline"/>
    <dgm:cxn modelId="{32EF2862-2950-4DF8-BEA8-CD19460CCA31}" srcId="{E5B2E815-0D19-41DC-B01B-4D608769620A}" destId="{E4033A39-DCC4-4038-9562-AEDDBBB37A99}" srcOrd="1" destOrd="0" parTransId="{048EEAE6-78BA-4B00-B7BB-9C22DBB1E8F4}" sibTransId="{80AB0E5B-0C58-465D-A545-5B21133D2849}"/>
    <dgm:cxn modelId="{5E74CB62-E52E-4CEE-8AA1-9812BFC0D67E}" srcId="{E4033A39-DCC4-4038-9562-AEDDBBB37A99}" destId="{A4C0B4E4-70AD-4901-9E3F-7EA25DD6DAA1}" srcOrd="0" destOrd="0" parTransId="{701D9033-BAD3-4299-933F-A47AFDC2ECD0}" sibTransId="{657DB10D-2517-48AA-B970-6D815DBD4123}"/>
    <dgm:cxn modelId="{4653A150-E557-4235-B1A1-18156274D965}" type="presOf" srcId="{4259F840-24E7-476F-9F30-482E46395856}" destId="{E088D226-49D7-4C30-90DC-CA1755D98829}" srcOrd="0" destOrd="0" presId="urn:microsoft.com/office/officeart/2016/7/layout/RoundedRectangleTimeline"/>
    <dgm:cxn modelId="{E6B56652-B46A-4546-9536-64D675143F1B}" type="presOf" srcId="{A4C0B4E4-70AD-4901-9E3F-7EA25DD6DAA1}" destId="{FEBD3C2A-A340-470A-A475-AE614EA07678}" srcOrd="0" destOrd="0" presId="urn:microsoft.com/office/officeart/2016/7/layout/RoundedRectangleTimeline"/>
    <dgm:cxn modelId="{D9403C73-FB83-47D6-85AE-067D49ED63F2}" srcId="{3DE6FF16-CA4D-4D34-ABEB-8BE6A40B5E52}" destId="{C032D242-8D23-4EEC-A10A-7B0691E5A409}" srcOrd="0" destOrd="0" parTransId="{167DA838-BF1F-42A4-81E8-806F40795A14}" sibTransId="{7EFA60CA-572D-434D-B452-A4ACBAEB4D2C}"/>
    <dgm:cxn modelId="{140A4778-8248-44DE-B78A-23C578A77D7E}" srcId="{E5B2E815-0D19-41DC-B01B-4D608769620A}" destId="{AC76BE15-3E8A-498B-91BD-CF772C26B6F1}" srcOrd="4" destOrd="0" parTransId="{00CCB400-064A-4EF5-9806-9534D9AC69AD}" sibTransId="{662A3D6E-7238-444F-BC0B-C7A4321261DB}"/>
    <dgm:cxn modelId="{020D505A-97FA-43DD-A9A1-2501AD46F8AF}" type="presOf" srcId="{43CBB0A2-9D75-4264-8A30-3E8974B40658}" destId="{80CDBBF8-C6B4-4166-87C1-DC9120CC7586}" srcOrd="0" destOrd="0" presId="urn:microsoft.com/office/officeart/2016/7/layout/RoundedRectangleTimeline"/>
    <dgm:cxn modelId="{4D2DF581-8128-4440-9E51-29109DC6ED52}" srcId="{87BF7896-20EA-4E8F-B6F4-A34EC5C9CB50}" destId="{43CBB0A2-9D75-4264-8A30-3E8974B40658}" srcOrd="0" destOrd="0" parTransId="{F806E590-5F8E-48A1-96AC-9E738290D2ED}" sibTransId="{20F77EFB-335C-4BC3-AD95-8421EDF343E6}"/>
    <dgm:cxn modelId="{67A67F8B-14DC-457C-93BE-25105825881F}" type="presOf" srcId="{AC76BE15-3E8A-498B-91BD-CF772C26B6F1}" destId="{483E7832-9872-48C4-8E65-DCB39D4CDBDF}" srcOrd="0" destOrd="0" presId="urn:microsoft.com/office/officeart/2016/7/layout/RoundedRectangleTimeline"/>
    <dgm:cxn modelId="{C8CAF48F-322D-43C3-A68B-40DA904320AC}" type="presOf" srcId="{E5B2E815-0D19-41DC-B01B-4D608769620A}" destId="{196C9F68-3606-4282-A4C6-4485F1280B5F}" srcOrd="0" destOrd="0" presId="urn:microsoft.com/office/officeart/2016/7/layout/RoundedRectangleTimeline"/>
    <dgm:cxn modelId="{19CF03A0-47BE-4ABD-A62C-A27E16D6C5A3}" srcId="{AC76BE15-3E8A-498B-91BD-CF772C26B6F1}" destId="{73820394-2159-4075-9E6F-217263B07F8B}" srcOrd="0" destOrd="0" parTransId="{A861A835-3A0D-4B09-8870-87D7FDC7B27F}" sibTransId="{D383A36B-470D-499F-AE13-85A6B2495524}"/>
    <dgm:cxn modelId="{D473BBA6-FF54-423D-9B9B-875C8AA2545B}" type="presOf" srcId="{73820394-2159-4075-9E6F-217263B07F8B}" destId="{1FA3C236-5719-4A33-A6BB-80FA85F940E3}" srcOrd="0" destOrd="0" presId="urn:microsoft.com/office/officeart/2016/7/layout/RoundedRectangleTimeline"/>
    <dgm:cxn modelId="{636DE8C5-F706-4BA5-855F-85FD2239E2BE}" srcId="{E5B2E815-0D19-41DC-B01B-4D608769620A}" destId="{3DE6FF16-CA4D-4D34-ABEB-8BE6A40B5E52}" srcOrd="3" destOrd="0" parTransId="{DA9CCCCB-8206-4757-82C8-F885E9D238B5}" sibTransId="{986162A7-6F89-4679-B40E-33A17DA21B73}"/>
    <dgm:cxn modelId="{770CA1CC-3DDD-451E-AE83-A71CA570260C}" srcId="{4259F840-24E7-476F-9F30-482E46395856}" destId="{B54C8F6C-BE1E-4EAB-B7A0-48DE01FFAA36}" srcOrd="0" destOrd="0" parTransId="{8DE7CD45-B7C0-432E-B819-6A7D97E31315}" sibTransId="{C33B8BEF-A818-4A2F-A99A-E2B29895E184}"/>
    <dgm:cxn modelId="{42EE41D1-3C16-4937-BB38-B076896C09A0}" srcId="{E5B2E815-0D19-41DC-B01B-4D608769620A}" destId="{4259F840-24E7-476F-9F30-482E46395856}" srcOrd="0" destOrd="0" parTransId="{FCE8068D-7E50-4749-A8D0-ADEDAC5637B3}" sibTransId="{DCC444A4-F20A-48F5-A61E-47BFFF185A57}"/>
    <dgm:cxn modelId="{546179F7-5E1B-4360-8938-B9238DA6DE5D}" type="presOf" srcId="{C032D242-8D23-4EEC-A10A-7B0691E5A409}" destId="{1BB5FD64-47F9-47A3-911F-535BFE17A3B9}" srcOrd="0" destOrd="0" presId="urn:microsoft.com/office/officeart/2016/7/layout/RoundedRectangleTimeline"/>
    <dgm:cxn modelId="{B5EA3CD6-0576-4168-82C9-9ADC0803B31E}" type="presParOf" srcId="{196C9F68-3606-4282-A4C6-4485F1280B5F}" destId="{68D8AC18-502F-4825-B069-75605ADB3A40}" srcOrd="0" destOrd="0" presId="urn:microsoft.com/office/officeart/2016/7/layout/RoundedRectangleTimeline"/>
    <dgm:cxn modelId="{30A197C5-075F-4643-BF26-64BC9FAF532F}" type="presParOf" srcId="{68D8AC18-502F-4825-B069-75605ADB3A40}" destId="{E088D226-49D7-4C30-90DC-CA1755D98829}" srcOrd="0" destOrd="0" presId="urn:microsoft.com/office/officeart/2016/7/layout/RoundedRectangleTimeline"/>
    <dgm:cxn modelId="{DBAA9861-CCB2-4B8A-A3AA-B305A4B5783E}" type="presParOf" srcId="{68D8AC18-502F-4825-B069-75605ADB3A40}" destId="{45A02F84-C6CB-43F5-AEE4-3EA66C2BD25F}" srcOrd="1" destOrd="0" presId="urn:microsoft.com/office/officeart/2016/7/layout/RoundedRectangleTimeline"/>
    <dgm:cxn modelId="{3F249148-C6F7-40D3-8583-B11C276DE023}" type="presParOf" srcId="{68D8AC18-502F-4825-B069-75605ADB3A40}" destId="{6BA46904-CB7C-4538-BD49-D3891EF19552}" srcOrd="2" destOrd="0" presId="urn:microsoft.com/office/officeart/2016/7/layout/RoundedRectangleTimeline"/>
    <dgm:cxn modelId="{337BF8D5-8206-4D0E-857F-BA46391BB745}" type="presParOf" srcId="{68D8AC18-502F-4825-B069-75605ADB3A40}" destId="{049FDBD0-77FE-49D1-A275-A272C8C5E426}" srcOrd="3" destOrd="0" presId="urn:microsoft.com/office/officeart/2016/7/layout/RoundedRectangleTimeline"/>
    <dgm:cxn modelId="{8E042F31-23CC-40C0-92DC-707183B24E81}" type="presParOf" srcId="{68D8AC18-502F-4825-B069-75605ADB3A40}" destId="{CB26EA94-33BB-4F98-9E1E-2237D4831263}" srcOrd="4" destOrd="0" presId="urn:microsoft.com/office/officeart/2016/7/layout/RoundedRectangleTimeline"/>
    <dgm:cxn modelId="{16926BC1-FC34-413E-B35A-2F54A781CCCD}" type="presParOf" srcId="{196C9F68-3606-4282-A4C6-4485F1280B5F}" destId="{606F1DBF-510E-4065-ACCB-3EBDA85CFB92}" srcOrd="1" destOrd="0" presId="urn:microsoft.com/office/officeart/2016/7/layout/RoundedRectangleTimeline"/>
    <dgm:cxn modelId="{42F07C1F-C715-41B1-8356-B99F8CE1AC01}" type="presParOf" srcId="{196C9F68-3606-4282-A4C6-4485F1280B5F}" destId="{07989479-D1A2-4D15-AA3A-B0CFFB9F91D9}" srcOrd="2" destOrd="0" presId="urn:microsoft.com/office/officeart/2016/7/layout/RoundedRectangleTimeline"/>
    <dgm:cxn modelId="{5856EE22-FE01-4788-BBF3-407A68D5A730}" type="presParOf" srcId="{07989479-D1A2-4D15-AA3A-B0CFFB9F91D9}" destId="{539615E2-3277-4D8E-8484-FF5088C8BF01}" srcOrd="0" destOrd="0" presId="urn:microsoft.com/office/officeart/2016/7/layout/RoundedRectangleTimeline"/>
    <dgm:cxn modelId="{3004EE47-5347-4BBA-95CC-D947A73AE485}" type="presParOf" srcId="{07989479-D1A2-4D15-AA3A-B0CFFB9F91D9}" destId="{FEBD3C2A-A340-470A-A475-AE614EA07678}" srcOrd="1" destOrd="0" presId="urn:microsoft.com/office/officeart/2016/7/layout/RoundedRectangleTimeline"/>
    <dgm:cxn modelId="{400A75AC-5289-4270-AC07-416891AF3888}" type="presParOf" srcId="{07989479-D1A2-4D15-AA3A-B0CFFB9F91D9}" destId="{080474C8-0FEA-4FD1-97F1-0978CFB4A37F}" srcOrd="2" destOrd="0" presId="urn:microsoft.com/office/officeart/2016/7/layout/RoundedRectangleTimeline"/>
    <dgm:cxn modelId="{304EB087-DD14-4AA8-8A06-DF9485956226}" type="presParOf" srcId="{07989479-D1A2-4D15-AA3A-B0CFFB9F91D9}" destId="{4797FB61-2602-4A58-81E6-6F133DB1E419}" srcOrd="3" destOrd="0" presId="urn:microsoft.com/office/officeart/2016/7/layout/RoundedRectangleTimeline"/>
    <dgm:cxn modelId="{BC4CC356-31E8-4421-B18C-CB3697E73FAC}" type="presParOf" srcId="{07989479-D1A2-4D15-AA3A-B0CFFB9F91D9}" destId="{3ADF0AE3-D759-4F4F-8135-572855211847}" srcOrd="4" destOrd="0" presId="urn:microsoft.com/office/officeart/2016/7/layout/RoundedRectangleTimeline"/>
    <dgm:cxn modelId="{718BABD9-3B60-482F-B01A-2E414F152777}" type="presParOf" srcId="{196C9F68-3606-4282-A4C6-4485F1280B5F}" destId="{B0CD7A53-7149-45F2-83E8-36717D7878A1}" srcOrd="3" destOrd="0" presId="urn:microsoft.com/office/officeart/2016/7/layout/RoundedRectangleTimeline"/>
    <dgm:cxn modelId="{FD435764-A46B-4635-A943-B6C17FFBD43C}" type="presParOf" srcId="{196C9F68-3606-4282-A4C6-4485F1280B5F}" destId="{FB379A6E-C0F9-420B-90FC-2785E757E6AE}" srcOrd="4" destOrd="0" presId="urn:microsoft.com/office/officeart/2016/7/layout/RoundedRectangleTimeline"/>
    <dgm:cxn modelId="{03D7F2C3-849C-416B-B668-D51C46CA90E6}" type="presParOf" srcId="{FB379A6E-C0F9-420B-90FC-2785E757E6AE}" destId="{9D82041D-873A-4600-A9C7-C0A0ADFB138B}" srcOrd="0" destOrd="0" presId="urn:microsoft.com/office/officeart/2016/7/layout/RoundedRectangleTimeline"/>
    <dgm:cxn modelId="{1DA536D0-EC28-4B9F-A5E9-28EC8F45638C}" type="presParOf" srcId="{FB379A6E-C0F9-420B-90FC-2785E757E6AE}" destId="{80CDBBF8-C6B4-4166-87C1-DC9120CC7586}" srcOrd="1" destOrd="0" presId="urn:microsoft.com/office/officeart/2016/7/layout/RoundedRectangleTimeline"/>
    <dgm:cxn modelId="{A1A8842C-F8BC-40AC-8FFC-6A922D88E333}" type="presParOf" srcId="{FB379A6E-C0F9-420B-90FC-2785E757E6AE}" destId="{89759DE5-9F8A-470E-A6D8-F13BB4DEE93D}" srcOrd="2" destOrd="0" presId="urn:microsoft.com/office/officeart/2016/7/layout/RoundedRectangleTimeline"/>
    <dgm:cxn modelId="{29E74E09-91C9-47DF-AE07-A1527FF00EB2}" type="presParOf" srcId="{FB379A6E-C0F9-420B-90FC-2785E757E6AE}" destId="{07CCF286-8B46-4A20-ACAC-84BA2D6EFBBC}" srcOrd="3" destOrd="0" presId="urn:microsoft.com/office/officeart/2016/7/layout/RoundedRectangleTimeline"/>
    <dgm:cxn modelId="{410C15E7-86BA-42B7-8F67-411E34B11038}" type="presParOf" srcId="{FB379A6E-C0F9-420B-90FC-2785E757E6AE}" destId="{4624FC32-5405-42B1-B5CC-DF0659852A58}" srcOrd="4" destOrd="0" presId="urn:microsoft.com/office/officeart/2016/7/layout/RoundedRectangleTimeline"/>
    <dgm:cxn modelId="{E805D201-407E-43CA-9B74-1CB556699F3D}" type="presParOf" srcId="{196C9F68-3606-4282-A4C6-4485F1280B5F}" destId="{8C327064-3851-4ECF-AAB7-82B51711041E}" srcOrd="5" destOrd="0" presId="urn:microsoft.com/office/officeart/2016/7/layout/RoundedRectangleTimeline"/>
    <dgm:cxn modelId="{43BD8313-2385-4BA0-9145-2022434D3E68}" type="presParOf" srcId="{196C9F68-3606-4282-A4C6-4485F1280B5F}" destId="{3ADEA4DF-6814-494D-9D3D-41947417052B}" srcOrd="6" destOrd="0" presId="urn:microsoft.com/office/officeart/2016/7/layout/RoundedRectangleTimeline"/>
    <dgm:cxn modelId="{77EE5245-99F9-4607-BF5D-14371704AD7C}" type="presParOf" srcId="{3ADEA4DF-6814-494D-9D3D-41947417052B}" destId="{74CD3FF2-195B-429B-BC6F-5B5A7FED2BE2}" srcOrd="0" destOrd="0" presId="urn:microsoft.com/office/officeart/2016/7/layout/RoundedRectangleTimeline"/>
    <dgm:cxn modelId="{4182CE37-4E54-4351-9A5F-1904FF20E71C}" type="presParOf" srcId="{3ADEA4DF-6814-494D-9D3D-41947417052B}" destId="{1BB5FD64-47F9-47A3-911F-535BFE17A3B9}" srcOrd="1" destOrd="0" presId="urn:microsoft.com/office/officeart/2016/7/layout/RoundedRectangleTimeline"/>
    <dgm:cxn modelId="{618B960F-61F5-4357-A407-60CA51E36041}" type="presParOf" srcId="{3ADEA4DF-6814-494D-9D3D-41947417052B}" destId="{FE9B27EB-7AC7-485A-9A55-41E8118F9EAF}" srcOrd="2" destOrd="0" presId="urn:microsoft.com/office/officeart/2016/7/layout/RoundedRectangleTimeline"/>
    <dgm:cxn modelId="{181A4BE4-72AF-463E-880D-D34673D0F9E8}" type="presParOf" srcId="{3ADEA4DF-6814-494D-9D3D-41947417052B}" destId="{46BD4721-4664-4AD0-9F11-DBE7E0B207D5}" srcOrd="3" destOrd="0" presId="urn:microsoft.com/office/officeart/2016/7/layout/RoundedRectangleTimeline"/>
    <dgm:cxn modelId="{AC4EA57A-E4C0-4C2D-8EC9-38BC20FC13B6}" type="presParOf" srcId="{3ADEA4DF-6814-494D-9D3D-41947417052B}" destId="{69028BD0-349D-4B47-B1F4-B64C6478DE3C}" srcOrd="4" destOrd="0" presId="urn:microsoft.com/office/officeart/2016/7/layout/RoundedRectangleTimeline"/>
    <dgm:cxn modelId="{AA8AD3DD-2E80-42F5-B3E4-A5C7AF3802D4}" type="presParOf" srcId="{196C9F68-3606-4282-A4C6-4485F1280B5F}" destId="{619CFBB1-86F5-45A6-80BA-23F97450662F}" srcOrd="7" destOrd="0" presId="urn:microsoft.com/office/officeart/2016/7/layout/RoundedRectangleTimeline"/>
    <dgm:cxn modelId="{FDD0F37D-1C7B-48B3-AC81-ED4C6F1B5BBD}" type="presParOf" srcId="{196C9F68-3606-4282-A4C6-4485F1280B5F}" destId="{E4E0A96A-AF87-442A-A1A3-64B8F3CFC7FE}" srcOrd="8" destOrd="0" presId="urn:microsoft.com/office/officeart/2016/7/layout/RoundedRectangleTimeline"/>
    <dgm:cxn modelId="{CF303A04-9A48-4B41-A7BB-CC3D8C5695D3}" type="presParOf" srcId="{E4E0A96A-AF87-442A-A1A3-64B8F3CFC7FE}" destId="{483E7832-9872-48C4-8E65-DCB39D4CDBDF}" srcOrd="0" destOrd="0" presId="urn:microsoft.com/office/officeart/2016/7/layout/RoundedRectangleTimeline"/>
    <dgm:cxn modelId="{73245F8D-03D3-46C1-81E4-D90E66C49907}" type="presParOf" srcId="{E4E0A96A-AF87-442A-A1A3-64B8F3CFC7FE}" destId="{1FA3C236-5719-4A33-A6BB-80FA85F940E3}" srcOrd="1" destOrd="0" presId="urn:microsoft.com/office/officeart/2016/7/layout/RoundedRectangleTimeline"/>
    <dgm:cxn modelId="{412C5C97-3381-4F16-9B7D-FDFBEDD4E918}" type="presParOf" srcId="{E4E0A96A-AF87-442A-A1A3-64B8F3CFC7FE}" destId="{18F1C823-9ACD-4FCD-8102-F468DCE57A45}" srcOrd="2" destOrd="0" presId="urn:microsoft.com/office/officeart/2016/7/layout/RoundedRectangleTimeline"/>
    <dgm:cxn modelId="{23A8F6FC-DFDA-4E9F-A354-A33937E1BFC9}" type="presParOf" srcId="{E4E0A96A-AF87-442A-A1A3-64B8F3CFC7FE}" destId="{F8AD0AB8-BBDF-4F0A-A6A0-850E289DD521}" srcOrd="3" destOrd="0" presId="urn:microsoft.com/office/officeart/2016/7/layout/RoundedRectangleTimeline"/>
    <dgm:cxn modelId="{C02C06C2-0966-4212-84DD-DA325FCEF64C}" type="presParOf" srcId="{E4E0A96A-AF87-442A-A1A3-64B8F3CFC7FE}" destId="{11CAE2E7-2E06-450A-A729-9C2DCEF85421}" srcOrd="4" destOrd="0" presId="urn:microsoft.com/office/officeart/2016/7/layout/RoundedRectangleTimelin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88D226-49D7-4C30-90DC-CA1755D98829}">
      <dsp:nvSpPr>
        <dsp:cNvPr id="0" name=""/>
        <dsp:cNvSpPr/>
      </dsp:nvSpPr>
      <dsp:spPr>
        <a:xfrm rot="16200000">
          <a:off x="1434223" y="1011950"/>
          <a:ext cx="397986" cy="1955960"/>
        </a:xfrm>
        <a:prstGeom prst="round2Same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rtlCol="0" anchor="ctr" anchorCtr="1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>
              <a:latin typeface="+mn-lt"/>
            </a:rPr>
            <a:t>Título</a:t>
          </a:r>
        </a:p>
      </dsp:txBody>
      <dsp:txXfrm rot="5400000">
        <a:off x="674664" y="1810365"/>
        <a:ext cx="1936532" cy="359130"/>
      </dsp:txXfrm>
    </dsp:sp>
    <dsp:sp modelId="{45A02F84-C6CB-43F5-AEE4-3EA66C2BD25F}">
      <dsp:nvSpPr>
        <dsp:cNvPr id="0" name=""/>
        <dsp:cNvSpPr/>
      </dsp:nvSpPr>
      <dsp:spPr>
        <a:xfrm>
          <a:off x="3249" y="0"/>
          <a:ext cx="3259934" cy="13929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121920" numCol="1" spcCol="1270" rtlCol="0" anchor="b" anchorCtr="1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pt-PT" sz="1600" kern="1200" dirty="0">
              <a:latin typeface="+mn-lt"/>
            </a:rPr>
            <a:t>Para iniciar uma apresentação, aceda ao separador Apresentação de Diapositivos e selecione A Partir do Início.</a:t>
          </a:r>
        </a:p>
      </dsp:txBody>
      <dsp:txXfrm>
        <a:off x="3249" y="0"/>
        <a:ext cx="3259934" cy="1392951"/>
      </dsp:txXfrm>
    </dsp:sp>
    <dsp:sp modelId="{6BA46904-CB7C-4538-BD49-D3891EF19552}">
      <dsp:nvSpPr>
        <dsp:cNvPr id="0" name=""/>
        <dsp:cNvSpPr/>
      </dsp:nvSpPr>
      <dsp:spPr>
        <a:xfrm>
          <a:off x="1633216" y="1472548"/>
          <a:ext cx="0" cy="318388"/>
        </a:xfrm>
        <a:prstGeom prst="line">
          <a:avLst/>
        </a:pr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9FDBD0-77FE-49D1-A275-A272C8C5E426}">
      <dsp:nvSpPr>
        <dsp:cNvPr id="0" name=""/>
        <dsp:cNvSpPr/>
      </dsp:nvSpPr>
      <dsp:spPr>
        <a:xfrm>
          <a:off x="1593417" y="1392951"/>
          <a:ext cx="79597" cy="7959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9615E2-3277-4D8E-8484-FF5088C8BF01}">
      <dsp:nvSpPr>
        <dsp:cNvPr id="0" name=""/>
        <dsp:cNvSpPr/>
      </dsp:nvSpPr>
      <dsp:spPr>
        <a:xfrm>
          <a:off x="2611196" y="1790937"/>
          <a:ext cx="1955960" cy="397986"/>
        </a:xfrm>
        <a:prstGeom prst="rect">
          <a:avLst/>
        </a:prstGeom>
        <a:solidFill>
          <a:schemeClr val="accent5">
            <a:hueOff val="90002"/>
            <a:satOff val="2173"/>
            <a:lumOff val="-10490"/>
            <a:alphaOff val="0"/>
          </a:schemeClr>
        </a:solidFill>
        <a:ln w="12700" cap="flat" cmpd="sng" algn="ctr">
          <a:solidFill>
            <a:schemeClr val="accent5">
              <a:hueOff val="90002"/>
              <a:satOff val="2173"/>
              <a:lumOff val="-104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rtlCol="0" anchor="ctr" anchorCtr="1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>
              <a:latin typeface="+mn-lt"/>
            </a:rPr>
            <a:t>Título</a:t>
          </a:r>
        </a:p>
      </dsp:txBody>
      <dsp:txXfrm>
        <a:off x="2611196" y="1790937"/>
        <a:ext cx="1955960" cy="397986"/>
      </dsp:txXfrm>
    </dsp:sp>
    <dsp:sp modelId="{FEBD3C2A-A340-470A-A475-AE614EA07678}">
      <dsp:nvSpPr>
        <dsp:cNvPr id="0" name=""/>
        <dsp:cNvSpPr/>
      </dsp:nvSpPr>
      <dsp:spPr>
        <a:xfrm>
          <a:off x="1959209" y="2586910"/>
          <a:ext cx="3259934" cy="13929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1920" rIns="0" bIns="0" numCol="1" spcCol="1270" rtlCol="0" anchor="t" anchorCtr="1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pt-PT" sz="1600" kern="1200" dirty="0">
              <a:latin typeface="+mn-lt"/>
            </a:rPr>
            <a:t>Para mostrar a vista do Apresentador, na vista Apresentação de Diapositivos, na barra de controlo no canto inferior esquerdo, selecione as reticências e, em seguida, Mostrar Vista do Apresentador.</a:t>
          </a:r>
        </a:p>
      </dsp:txBody>
      <dsp:txXfrm>
        <a:off x="1959209" y="2586910"/>
        <a:ext cx="3259934" cy="1392951"/>
      </dsp:txXfrm>
    </dsp:sp>
    <dsp:sp modelId="{080474C8-0FEA-4FD1-97F1-0978CFB4A37F}">
      <dsp:nvSpPr>
        <dsp:cNvPr id="0" name=""/>
        <dsp:cNvSpPr/>
      </dsp:nvSpPr>
      <dsp:spPr>
        <a:xfrm>
          <a:off x="3589176" y="2188924"/>
          <a:ext cx="0" cy="318388"/>
        </a:xfrm>
        <a:prstGeom prst="line">
          <a:avLst/>
        </a:prstGeom>
        <a:noFill/>
        <a:ln w="6350" cap="flat" cmpd="sng" algn="ctr">
          <a:solidFill>
            <a:schemeClr val="accent5">
              <a:hueOff val="90002"/>
              <a:satOff val="2173"/>
              <a:lumOff val="-1049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97FB61-2602-4A58-81E6-6F133DB1E419}">
      <dsp:nvSpPr>
        <dsp:cNvPr id="0" name=""/>
        <dsp:cNvSpPr/>
      </dsp:nvSpPr>
      <dsp:spPr>
        <a:xfrm>
          <a:off x="3549378" y="2507313"/>
          <a:ext cx="79597" cy="79597"/>
        </a:xfrm>
        <a:prstGeom prst="ellipse">
          <a:avLst/>
        </a:prstGeom>
        <a:solidFill>
          <a:schemeClr val="accent5">
            <a:hueOff val="90002"/>
            <a:satOff val="2173"/>
            <a:lumOff val="-104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82041D-873A-4600-A9C7-C0A0ADFB138B}">
      <dsp:nvSpPr>
        <dsp:cNvPr id="0" name=""/>
        <dsp:cNvSpPr/>
      </dsp:nvSpPr>
      <dsp:spPr>
        <a:xfrm>
          <a:off x="4567157" y="1790937"/>
          <a:ext cx="1955960" cy="397986"/>
        </a:xfrm>
        <a:prstGeom prst="rect">
          <a:avLst/>
        </a:prstGeom>
        <a:solidFill>
          <a:schemeClr val="accent5">
            <a:hueOff val="180003"/>
            <a:satOff val="4346"/>
            <a:lumOff val="-20980"/>
            <a:alphaOff val="0"/>
          </a:schemeClr>
        </a:solidFill>
        <a:ln w="12700" cap="flat" cmpd="sng" algn="ctr">
          <a:solidFill>
            <a:schemeClr val="accent5">
              <a:hueOff val="180003"/>
              <a:satOff val="4346"/>
              <a:lumOff val="-209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rtlCol="0" anchor="ctr" anchorCtr="1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800" kern="1200">
              <a:latin typeface="+mn-lt"/>
            </a:rPr>
            <a:t>Título</a:t>
          </a:r>
        </a:p>
      </dsp:txBody>
      <dsp:txXfrm>
        <a:off x="4567157" y="1790937"/>
        <a:ext cx="1955960" cy="397986"/>
      </dsp:txXfrm>
    </dsp:sp>
    <dsp:sp modelId="{80CDBBF8-C6B4-4166-87C1-DC9120CC7586}">
      <dsp:nvSpPr>
        <dsp:cNvPr id="0" name=""/>
        <dsp:cNvSpPr/>
      </dsp:nvSpPr>
      <dsp:spPr>
        <a:xfrm>
          <a:off x="3915170" y="0"/>
          <a:ext cx="3259934" cy="13929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121920" numCol="1" spcCol="1270" rtlCol="0" anchor="b" anchorCtr="1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pt-PT" sz="1600" kern="1200" dirty="0"/>
            <a:t>Durante a sua apresentação, as notas do orador estarão visíveis no seu monitor, mas não para a audiência.</a:t>
          </a:r>
          <a:endParaRPr lang="pt-PT" sz="1600" kern="1200" dirty="0">
            <a:latin typeface="+mn-lt"/>
          </a:endParaRPr>
        </a:p>
      </dsp:txBody>
      <dsp:txXfrm>
        <a:off x="3915170" y="0"/>
        <a:ext cx="3259934" cy="1392951"/>
      </dsp:txXfrm>
    </dsp:sp>
    <dsp:sp modelId="{89759DE5-9F8A-470E-A6D8-F13BB4DEE93D}">
      <dsp:nvSpPr>
        <dsp:cNvPr id="0" name=""/>
        <dsp:cNvSpPr/>
      </dsp:nvSpPr>
      <dsp:spPr>
        <a:xfrm>
          <a:off x="5545137" y="1472548"/>
          <a:ext cx="0" cy="318388"/>
        </a:xfrm>
        <a:prstGeom prst="line">
          <a:avLst/>
        </a:prstGeom>
        <a:noFill/>
        <a:ln w="6350" cap="flat" cmpd="sng" algn="ctr">
          <a:solidFill>
            <a:schemeClr val="accent5">
              <a:hueOff val="180003"/>
              <a:satOff val="4346"/>
              <a:lumOff val="-2098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CCF286-8B46-4A20-ACAC-84BA2D6EFBBC}">
      <dsp:nvSpPr>
        <dsp:cNvPr id="0" name=""/>
        <dsp:cNvSpPr/>
      </dsp:nvSpPr>
      <dsp:spPr>
        <a:xfrm>
          <a:off x="5505338" y="1392951"/>
          <a:ext cx="79597" cy="79597"/>
        </a:xfrm>
        <a:prstGeom prst="ellipse">
          <a:avLst/>
        </a:prstGeom>
        <a:solidFill>
          <a:schemeClr val="accent5">
            <a:hueOff val="180003"/>
            <a:satOff val="4346"/>
            <a:lumOff val="-2098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CD3FF2-195B-429B-BC6F-5B5A7FED2BE2}">
      <dsp:nvSpPr>
        <dsp:cNvPr id="0" name=""/>
        <dsp:cNvSpPr/>
      </dsp:nvSpPr>
      <dsp:spPr>
        <a:xfrm>
          <a:off x="6523117" y="1790937"/>
          <a:ext cx="1955960" cy="397986"/>
        </a:xfrm>
        <a:prstGeom prst="rect">
          <a:avLst/>
        </a:prstGeom>
        <a:solidFill>
          <a:schemeClr val="accent5">
            <a:hueOff val="270005"/>
            <a:satOff val="6519"/>
            <a:lumOff val="-31471"/>
            <a:alphaOff val="0"/>
          </a:schemeClr>
        </a:solidFill>
        <a:ln w="12700" cap="flat" cmpd="sng" algn="ctr">
          <a:solidFill>
            <a:schemeClr val="accent5">
              <a:hueOff val="270005"/>
              <a:satOff val="6519"/>
              <a:lumOff val="-31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rtlCol="0" anchor="ctr" anchorCtr="1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pt-PT" sz="1800" kern="1200">
              <a:latin typeface="+mn-lt"/>
            </a:rPr>
            <a:t>Título</a:t>
          </a:r>
        </a:p>
      </dsp:txBody>
      <dsp:txXfrm>
        <a:off x="6523117" y="1790937"/>
        <a:ext cx="1955960" cy="397986"/>
      </dsp:txXfrm>
    </dsp:sp>
    <dsp:sp modelId="{1BB5FD64-47F9-47A3-911F-535BFE17A3B9}">
      <dsp:nvSpPr>
        <dsp:cNvPr id="0" name=""/>
        <dsp:cNvSpPr/>
      </dsp:nvSpPr>
      <dsp:spPr>
        <a:xfrm>
          <a:off x="5871130" y="2586910"/>
          <a:ext cx="3259934" cy="13929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1920" rIns="0" bIns="0" numCol="1" spcCol="1270" rtlCol="0" anchor="t" anchorCtr="1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pt-PT" sz="1600" kern="1200" dirty="0"/>
            <a:t>O painel de Notas é uma caixa que aparece abaixo de cada diapositivo. Toque no mesmo para adicionar notas.</a:t>
          </a:r>
          <a:endParaRPr lang="pt-PT" sz="1600" kern="1200" dirty="0">
            <a:latin typeface="+mn-lt"/>
          </a:endParaRPr>
        </a:p>
      </dsp:txBody>
      <dsp:txXfrm>
        <a:off x="5871130" y="2586910"/>
        <a:ext cx="3259934" cy="1392951"/>
      </dsp:txXfrm>
    </dsp:sp>
    <dsp:sp modelId="{FE9B27EB-7AC7-485A-9A55-41E8118F9EAF}">
      <dsp:nvSpPr>
        <dsp:cNvPr id="0" name=""/>
        <dsp:cNvSpPr/>
      </dsp:nvSpPr>
      <dsp:spPr>
        <a:xfrm>
          <a:off x="7501098" y="2188924"/>
          <a:ext cx="0" cy="318388"/>
        </a:xfrm>
        <a:prstGeom prst="line">
          <a:avLst/>
        </a:prstGeom>
        <a:noFill/>
        <a:ln w="6350" cap="flat" cmpd="sng" algn="ctr">
          <a:solidFill>
            <a:schemeClr val="accent5">
              <a:hueOff val="270005"/>
              <a:satOff val="6519"/>
              <a:lumOff val="-31471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BD4721-4664-4AD0-9F11-DBE7E0B207D5}">
      <dsp:nvSpPr>
        <dsp:cNvPr id="0" name=""/>
        <dsp:cNvSpPr/>
      </dsp:nvSpPr>
      <dsp:spPr>
        <a:xfrm>
          <a:off x="7461299" y="2507313"/>
          <a:ext cx="79597" cy="79597"/>
        </a:xfrm>
        <a:prstGeom prst="ellipse">
          <a:avLst/>
        </a:prstGeom>
        <a:solidFill>
          <a:schemeClr val="accent5">
            <a:hueOff val="270005"/>
            <a:satOff val="6519"/>
            <a:lumOff val="-31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E7832-9872-48C4-8E65-DCB39D4CDBDF}">
      <dsp:nvSpPr>
        <dsp:cNvPr id="0" name=""/>
        <dsp:cNvSpPr/>
      </dsp:nvSpPr>
      <dsp:spPr>
        <a:xfrm rot="5400000">
          <a:off x="9258065" y="1011950"/>
          <a:ext cx="397986" cy="1955960"/>
        </a:xfrm>
        <a:prstGeom prst="round2SameRect">
          <a:avLst/>
        </a:prstGeom>
        <a:solidFill>
          <a:schemeClr val="accent5">
            <a:hueOff val="360006"/>
            <a:satOff val="8692"/>
            <a:lumOff val="-41961"/>
            <a:alphaOff val="0"/>
          </a:schemeClr>
        </a:solidFill>
        <a:ln w="12700" cap="flat" cmpd="sng" algn="ctr">
          <a:solidFill>
            <a:schemeClr val="accent5">
              <a:hueOff val="360006"/>
              <a:satOff val="8692"/>
              <a:lumOff val="-4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rtlCol="0" anchor="ctr" anchorCtr="1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pt-PT" sz="1800" kern="1200">
              <a:latin typeface="+mn-lt"/>
            </a:rPr>
            <a:t>Título</a:t>
          </a:r>
        </a:p>
      </dsp:txBody>
      <dsp:txXfrm rot="-5400000">
        <a:off x="8479078" y="1810365"/>
        <a:ext cx="1936532" cy="359130"/>
      </dsp:txXfrm>
    </dsp:sp>
    <dsp:sp modelId="{1FA3C236-5719-4A33-A6BB-80FA85F940E3}">
      <dsp:nvSpPr>
        <dsp:cNvPr id="0" name=""/>
        <dsp:cNvSpPr/>
      </dsp:nvSpPr>
      <dsp:spPr>
        <a:xfrm>
          <a:off x="7827091" y="0"/>
          <a:ext cx="3259934" cy="13929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121920" numCol="1" spcCol="1270" rtlCol="0" anchor="b" anchorCtr="1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pt-PT" sz="1600" kern="1200" dirty="0"/>
            <a:t>Se não vir o painel de Notas ou se estiver completamente minimizado, clique em Notas na barra de tarefas na parte inferior da janela do PowerPoint.</a:t>
          </a:r>
          <a:endParaRPr lang="pt-PT" sz="1600" kern="1200" dirty="0">
            <a:latin typeface="+mn-lt"/>
          </a:endParaRPr>
        </a:p>
      </dsp:txBody>
      <dsp:txXfrm>
        <a:off x="7827091" y="0"/>
        <a:ext cx="3259934" cy="1392951"/>
      </dsp:txXfrm>
    </dsp:sp>
    <dsp:sp modelId="{18F1C823-9ACD-4FCD-8102-F468DCE57A45}">
      <dsp:nvSpPr>
        <dsp:cNvPr id="0" name=""/>
        <dsp:cNvSpPr/>
      </dsp:nvSpPr>
      <dsp:spPr>
        <a:xfrm>
          <a:off x="9457058" y="1472548"/>
          <a:ext cx="0" cy="318388"/>
        </a:xfrm>
        <a:prstGeom prst="line">
          <a:avLst/>
        </a:prstGeom>
        <a:noFill/>
        <a:ln w="6350" cap="flat" cmpd="sng" algn="ctr">
          <a:solidFill>
            <a:schemeClr val="accent5">
              <a:hueOff val="360006"/>
              <a:satOff val="8692"/>
              <a:lumOff val="-41961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AD0AB8-BBDF-4F0A-A6A0-850E289DD521}">
      <dsp:nvSpPr>
        <dsp:cNvPr id="0" name=""/>
        <dsp:cNvSpPr/>
      </dsp:nvSpPr>
      <dsp:spPr>
        <a:xfrm>
          <a:off x="9417260" y="1392951"/>
          <a:ext cx="79597" cy="79597"/>
        </a:xfrm>
        <a:prstGeom prst="ellipse">
          <a:avLst/>
        </a:prstGeom>
        <a:solidFill>
          <a:schemeClr val="accent5">
            <a:hueOff val="360006"/>
            <a:satOff val="8692"/>
            <a:lumOff val="-4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oundedRectangleTimeline">
  <dgm:title val="Linha Cronológica Retangular com Cantos Arredondados"/>
  <dgm:desc val="Utilizar para mostrar uma lista de eventos por ordem cronológica. Uma caixa invisível contém a descrição e a data é apresentada em retângulos, exceto para o primeiro e o último nó nos quais os cantos do retângulo são arredondados. Pode apresentar um grande volume de texto com um formato de data longo e descritivo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animLvl val="lvl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val="18"/>
      <dgm:constr type="primFontSz" for="des" forName="Childtext" val="18"/>
      <dgm:constr type="primFontSz" for="des" forName="Childtext" refType="primFontSz" refFor="des" refForName="parent" op="lte"/>
      <dgm:constr type="w" for="ch" forName="composite" refType="w"/>
      <dgm:constr type="h" for="ch" forName="composite" refType="h"/>
      <dgm:constr type="w" for="ch" forName="spaceBetweenRectangles" refType="w" refFor="ch" refForName="composite" fact="-0.4"/>
      <dgm:constr type="w" for="ch" ptType="sibTrans" op="equ"/>
      <dgm:constr type="primFontSz" for="des" forName="parent" op="equ"/>
      <dgm:constr type="primFontSz" for="des" forName="Childtext" op="equ"/>
      <dgm:constr type="primFontSz" for="des" forName="parent1" val="18"/>
      <dgm:constr type="primFontSz" for="des" forName="Childtext1" val="18"/>
      <dgm:constr type="primFontSz" for="des" forName="Childtext1" refType="primFontSz" refFor="des" refForName="parent1" op="lte"/>
      <dgm:constr type="w" for="ch" forName="composite1" refType="w"/>
      <dgm:constr type="h" for="ch" forName="composite1" refType="h"/>
      <dgm:constr type="w" for="ch" forName="spaceBetweenRectangles1" refType="w" refFor="ch" refForName="composite1" fact="-0.4"/>
      <dgm:constr type="primFontSz" for="des" forName="parent1" op="equ"/>
      <dgm:constr type="primFontSz" for="des" forName="Childtext1" op="equ"/>
    </dgm:constrLst>
    <dgm:choose name="layoutByNodeCnt">
      <dgm:if name="twoOrLessNodes" axis="ch" ptType="node" func="cnt" op="lte" val="2">
        <dgm:forEach name="nodesForEach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choose name="casesForFirstAndLastNode1">
              <dgm:if name="startNode1" axis="self" ptType="node" func="pos" op="equ" val="1">
                <dgm:choose name="removeLineWhenOnlyOneNode1">
                  <dgm:if name="ifOnlyOneNode1" axis="followSib" ptType="node" func="cnt" op="equ" val="0">
                    <dgm:constrLst>
                      <dgm:constr type="w" for="ch" forName="parent" refType="w" fact="0.95"/>
                      <dgm:constr type="l" for="ch" forName="parent" refType="w" fact="0.025"/>
                      <dgm:constr type="t" for="ch" forName="parent" refType="h" fact="0.45"/>
                      <dgm:constr type="h" for="ch" forName="parent" refType="h" fact="0.1"/>
                      <dgm:constr type="l" for="ch" forName="Childtext" refType="w" fact="0.025"/>
                      <dgm:constr type="w" for="ch" forName="Childtext" refType="w" fact="0.95"/>
                      <dgm:constr type="h" for="ch" forName="Childtext" refType="h" fact="0.35"/>
                      <dgm:constr type="w" for="ch" forName="ConnectLine"/>
                      <dgm:constr type="h" for="ch" forName="ConnectLine" refType="h" fact="0.08"/>
                      <dgm:constr type="t" for="ch" forName="ConnectLine" refType="h" fact="0.37"/>
                      <dgm:constr type="ctrX" for="ch" forName="ConnectLine" refType="w" fact="0.5"/>
                      <dgm:constr type="w" for="ch" forName="ConnectLineEnd" refType="h" fact="0.02"/>
                      <dgm:constr type="h" for="ch" forName="ConnectLineEnd" refType="h" fact="0.02"/>
                      <dgm:constr type="t" for="ch" forName="ConnectLineEnd" refType="h" fact="0.35"/>
                      <dgm:constr type="ctrX" for="ch" forName="ConnectLineEnd" refType="w" fact="0.5"/>
                      <dgm:constr type="w" for="ch" forName="EmptyPane" refType="w"/>
                      <dgm:constr type="t" for="ch" forName="EmptyPane" refType="h" fact="0.55"/>
                      <dgm:constr type="h" for="ch" forName="EmptyPane" refType="h" fact="0.45"/>
                    </dgm:constrLst>
                  </dgm:if>
                  <dgm:else name="ifMoreThanOneNode1">
                    <dgm:constrLst>
                      <dgm:constr type="w" for="ch" forName="parent" refType="w" fact="0.6"/>
                      <dgm:constr type="l" for="ch" forName="parent" refType="w" fact="0.2"/>
                      <dgm:constr type="t" for="ch" forName="parent" refType="h" fact="0.45"/>
                      <dgm:constr type="h" for="ch" forName="parent" refType="h" fact="0.1"/>
                      <dgm:constr type="l" for="ch" forName="Childtext" refType="w" fact="0.2"/>
                      <dgm:constr type="w" for="ch" forName="Childtext" refType="w" fact="0.6"/>
                      <dgm:constr type="h" for="ch" forName="Childtext" refType="h" fact="0.35"/>
                      <dgm:constr type="w" for="ch" forName="ConnectLine"/>
                      <dgm:constr type="h" for="ch" forName="ConnectLine" refType="h" fact="0.08"/>
                      <dgm:constr type="t" for="ch" forName="ConnectLine" refType="h" fact="0.37"/>
                      <dgm:constr type="ctrX" for="ch" forName="ConnectLine" refType="w" fact="0.5"/>
                      <dgm:constr type="w" for="ch" forName="ConnectLineEnd" refType="h" fact="0.02"/>
                      <dgm:constr type="h" for="ch" forName="ConnectLineEnd" refType="h" fact="0.02"/>
                      <dgm:constr type="t" for="ch" forName="ConnectLineEnd" refType="h" fact="0.35"/>
                      <dgm:constr type="ctrX" for="ch" forName="ConnectLineEnd" refType="w" fact="0.5"/>
                      <dgm:constr type="w" for="ch" forName="EmptyPane" refType="w"/>
                      <dgm:constr type="t" for="ch" forName="EmptyPane" refType="h" fact="0.55"/>
                      <dgm:constr type="h" for="ch" forName="EmptyPane" refType="h" fact="0.45"/>
                    </dgm:constrLst>
                  </dgm:else>
                </dgm:choose>
              </dgm:if>
              <dgm:else name="notStartNode1">
                <dgm:constrLst>
                  <dgm:constr type="w" for="ch" forName="parent" refType="w" fact="0.6"/>
                  <dgm:constr type="l" for="ch" forName="parent" refType="w" fact="0.2"/>
                  <dgm:constr type="t" for="ch" forName="parent" refType="h" fact="0.45"/>
                  <dgm:constr type="h" for="ch" forName="parent" refType="h" fact="0.1"/>
                  <dgm:constr type="l" for="ch" forName="Childtext" refType="w" fact="0.2"/>
                  <dgm:constr type="w" for="ch" forName="Childtext" refType="w" fact="0.6"/>
                  <dgm:constr type="h" for="ch" forName="Childtext" refType="h" fact="0.35"/>
                  <dgm:constr type="t" for="ch" forName="Childtext" refType="h" fact="0.65"/>
                  <dgm:constr type="w" for="ch" forName="ConnectLine"/>
                  <dgm:constr type="h" for="ch" forName="ConnectLine" refType="h" fact="0.08"/>
                  <dgm:constr type="t" for="ch" forName="ConnectLine" refType="h" fact="0.55"/>
                  <dgm:constr type="ctrX" for="ch" forName="ConnectLine" refType="w" fact="0.5"/>
                  <dgm:constr type="w" for="ch" forName="ConnectLineEnd" refType="h" fact="0.02"/>
                  <dgm:constr type="h" for="ch" forName="ConnectLineEnd" refType="h" fact="0.02"/>
                  <dgm:constr type="b" for="ch" forName="ConnectLineEnd" refType="h" fact="0.65"/>
                  <dgm:constr type="ctrX" for="ch" forName="ConnectLineEnd" refType="w" fact="0.5"/>
                  <dgm:constr type="w" for="ch" forName="EmptyPane" refType="w"/>
                  <dgm:constr type="h" for="ch" forName="EmptyPane" refType="h" fact="0.45"/>
                </dgm:constrLst>
              </dgm:else>
            </dgm:choose>
            <dgm:layoutNode name="parent" styleLbl="alignNode1">
              <dgm:varLst>
                <dgm:chMax val="1"/>
                <dgm:chPref val="1"/>
                <dgm:bulletEnabled val="1"/>
              </dgm:varLst>
              <dgm:alg type="tx">
                <dgm:param type="txAnchorHorz" val="ctr"/>
                <dgm:param type="txAnchorVert" val="mid"/>
                <dgm:param type="parTxLTRAlign" val="ctr"/>
                <dgm:param type="parTxRTLAlign" val="ctr"/>
              </dgm:alg>
              <dgm:choose name="casesForFirstAndLastNode">
                <dgm:if name="startNode" axis="self" ptType="node" func="pos" op="equ" val="1">
                  <dgm:choose name="removeLineWhenOnlyOneNode">
                    <dgm:if name="ifOnlyOneNode" axis="followSib" ptType="node" func="cnt" op="equ" val="0">
                      <dgm:shape xmlns:r="http://schemas.openxmlformats.org/officeDocument/2006/relationships" type="roundRect" r:blip="">
                        <dgm:adjLst/>
                      </dgm:shape>
                    </dgm:if>
                    <dgm:else name="ifMoreThanOneNode">
                      <dgm:choose name="Name18">
                        <dgm:if name="Name19" func="var" arg="dir" op="equ" val="norm">
                          <dgm:shape xmlns:r="http://schemas.openxmlformats.org/officeDocument/2006/relationships" rot="-90" type="round2SameRect" r:blip="">
                            <dgm:adjLst/>
                          </dgm:shape>
                        </dgm:if>
                        <dgm:else name="Name20">
                          <dgm:shape xmlns:r="http://schemas.openxmlformats.org/officeDocument/2006/relationships" rot="90" type="round2SameRect" r:blip="">
                            <dgm:adjLst/>
                          </dgm:shape>
                        </dgm:else>
                      </dgm:choose>
                    </dgm:else>
                  </dgm:choose>
                </dgm:if>
                <dgm:else name="notStartNode">
                  <dgm:choose name="Name22">
                    <dgm:if name="Name23" axis="self" ptType="node" func="revPos" op="equ" val="1">
                      <dgm:choose name="Name24">
                        <dgm:if name="Name25" func="var" arg="dir" op="equ" val="norm">
                          <dgm:shape xmlns:r="http://schemas.openxmlformats.org/officeDocument/2006/relationships" rot="90" type="round2SameRect" r:blip="">
                            <dgm:adjLst/>
                          </dgm:shape>
                        </dgm:if>
                        <dgm:else name="Name26">
                          <dgm:shape xmlns:r="http://schemas.openxmlformats.org/officeDocument/2006/relationships" rot="-90" type="round2SameRect" r:blip="">
                            <dgm:adjLst/>
                          </dgm:shape>
                        </dgm:else>
                      </dgm:choose>
                    </dgm:if>
                    <dgm:else name="Name27">
                      <dgm:shape xmlns:r="http://schemas.openxmlformats.org/officeDocument/2006/relationships" type="rect" r:blip="">
                        <dgm:adjLst/>
                      </dgm:shape>
                    </dgm:else>
                  </dgm:choose>
                </dgm:else>
              </dgm:choose>
              <dgm:presOf axis="self" ptType="node"/>
              <dgm:constrLst>
                <dgm:constr type="lMarg" refType="primFontSz" fact="0.6"/>
                <dgm:constr type="rMarg" refType="primFontSz" fact="0.6"/>
                <dgm:constr type="tMarg" refType="primFontSz" fact="0.6"/>
                <dgm:constr type="bMarg" refType="primFontSz" fact="0.6"/>
              </dgm:constrLst>
              <dgm:ruleLst>
                <dgm:rule type="primFontSz" val="11" fact="NaN" max="NaN"/>
              </dgm:ruleLst>
            </dgm:layoutNode>
            <dgm:layoutNode name="Childtext" styleLbl="revTx">
              <dgm:varLst>
                <dgm:bulletEnabled val="1"/>
              </dgm:varLst>
              <dgm:choose name="casesForTxtDirLogic">
                <dgm:if name="Name77" axis="self" ptType="node" func="posOdd" op="equ" val="1">
                  <dgm:alg type="tx">
                    <dgm:param type="txAnchorVert" val="b"/>
                    <dgm:param type="txAnchorHorz" val="ctr"/>
                    <dgm:param type="parTxLTRAlign" val="ctr"/>
                    <dgm:param type="parTxRTLAlign" val="ctr"/>
                  </dgm:alg>
                  <dgm:constrLst>
                    <dgm:constr type="lMarg"/>
                    <dgm:constr type="rMarg"/>
                    <dgm:constr type="tMarg"/>
                    <dgm:constr type="bMarg" refType="primFontSz" fact="0.6"/>
                  </dgm:constrLst>
                </dgm:if>
                <dgm:else name="Name88">
                  <dgm:alg type="tx">
                    <dgm:param type="txAnchorVert" val="t"/>
                    <dgm:param type="txAnchorHorz" val="ctr"/>
                    <dgm:param type="parTxLTRAlign" val="ctr"/>
                    <dgm:param type="parTxRTLAlign" val="ctr"/>
                  </dgm:alg>
                  <dgm:constrLst>
                    <dgm:constr type="lMarg"/>
                    <dgm:constr type="rMarg"/>
                    <dgm:constr type="tMarg" refType="primFontSz" fact="0.6"/>
                    <dgm:constr type="bMarg"/>
                  </dgm:constrLst>
                </dgm:else>
              </dgm:choose>
              <dgm:shape xmlns:r="http://schemas.openxmlformats.org/officeDocument/2006/relationships" type="rect" r:blip="">
                <dgm:adjLst/>
              </dgm:shape>
              <dgm:presOf axis="ch" ptType="node"/>
              <dgm:ruleLst>
                <dgm:rule type="primFontSz" val="11" fact="NaN" max="NaN"/>
              </dgm:ruleLst>
            </dgm:layoutNode>
            <dgm:layoutNode name="ConnectLine" styleLbl="sibTrans1D1">
              <dgm:alg type="sp"/>
              <dgm:shape xmlns:r="http://schemas.openxmlformats.org/officeDocument/2006/relationships" type="line" r:blip="">
                <dgm:adjLst/>
                <dgm:extLst>
                  <a:ext uri="{B698B0E9-8C71-41B9-8309-B3DCBF30829C}">
                    <dgm1612:spPr xmlns:dgm1612="http://schemas.microsoft.com/office/drawing/2016/12/diagram">
                      <a:ln>
                        <a:prstDash val="dash"/>
                      </a:ln>
                    </dgm1612:spPr>
                  </a:ext>
                </dgm:extLst>
              </dgm:shape>
              <dgm:presOf/>
              <dgm:constrLst/>
            </dgm:layoutNode>
            <dgm:layoutNode name="ConnectLineEnd" styleLbl="l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/>
            </dgm:layoutNode>
            <dgm:layoutNode name="EmptyPa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</dgm:layoutNode>
          </dgm:layoutNode>
          <dgm:forEach name="Name28" axis="followSib" ptType="sibTrans" cnt="1">
            <dgm:layoutNode name="spaceBetweenRectangle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moreThanTwoNodes">
        <dgm:forEach name="nodesForEach1" axis="ch" ptType="node">
          <dgm:layoutNode name="composite1">
            <dgm:alg type="composite"/>
            <dgm:shape xmlns:r="http://schemas.openxmlformats.org/officeDocument/2006/relationships" r:blip="">
              <dgm:adjLst/>
            </dgm:shape>
            <dgm:choose name="casesForSnakingLogic21">
              <dgm:if name="oddNode21" axis="self" ptType="node" func="posOdd" op="equ" val="1">
                <dgm:constrLst>
                  <dgm:constr type="w" for="ch" forName="parent1" refType="w" fact="0.6"/>
                  <dgm:constr type="l" for="ch" forName="parent1" refType="w" fact="0.2"/>
                  <dgm:constr type="t" for="ch" forName="parent1" refType="h" fact="0.45"/>
                  <dgm:constr type="h" for="ch" forName="parent1" refType="h" fact="0.1"/>
                  <dgm:constr type="w" for="ch" forName="Childtext1" refType="w"/>
                  <dgm:constr type="h" for="ch" forName="Childtext1" refType="h" fact="0.35"/>
                  <dgm:constr type="w" for="ch" forName="ConnectLine1"/>
                  <dgm:constr type="h" for="ch" forName="ConnectLine1" refType="h" fact="0.08"/>
                  <dgm:constr type="t" for="ch" forName="ConnectLine1" refType="h" fact="0.37"/>
                  <dgm:constr type="ctrX" for="ch" forName="ConnectLine1" refType="w" fact="0.5"/>
                  <dgm:constr type="w" for="ch" forName="ConnectLineEnd1" refType="h" fact="0.02"/>
                  <dgm:constr type="h" for="ch" forName="ConnectLineEnd1" refType="h" fact="0.02"/>
                  <dgm:constr type="t" for="ch" forName="ConnectLineEnd1" refType="h" fact="0.35"/>
                  <dgm:constr type="ctrX" for="ch" forName="ConnectLineEnd1" refType="w" fact="0.5"/>
                  <dgm:constr type="w" for="ch" forName="EmptyPane1" refType="w"/>
                  <dgm:constr type="t" for="ch" forName="EmptyPane1" refType="h" fact="0.55"/>
                  <dgm:constr type="h" for="ch" forName="EmptyPane1" refType="h" fact="0.45"/>
                </dgm:constrLst>
              </dgm:if>
              <dgm:else name="evenNode2">
                <dgm:constrLst>
                  <dgm:constr type="w" for="ch" forName="parent1" refType="w" fact="0.6"/>
                  <dgm:constr type="l" for="ch" forName="parent1" refType="w" fact="0.2"/>
                  <dgm:constr type="t" for="ch" forName="parent1" refType="h" fact="0.45"/>
                  <dgm:constr type="h" for="ch" forName="parent1" refType="h" fact="0.1"/>
                  <dgm:constr type="w" for="ch" forName="Childtext1" refType="w"/>
                  <dgm:constr type="h" for="ch" forName="Childtext1" refType="h" fact="0.35"/>
                  <dgm:constr type="t" for="ch" forName="Childtext1" refType="h" fact="0.65"/>
                  <dgm:constr type="w" for="ch" forName="ConnectLine1"/>
                  <dgm:constr type="h" for="ch" forName="ConnectLine1" refType="h" fact="0.08"/>
                  <dgm:constr type="t" for="ch" forName="ConnectLine1" refType="h" fact="0.55"/>
                  <dgm:constr type="ctrX" for="ch" forName="ConnectLine1" refType="w" fact="0.5"/>
                  <dgm:constr type="w" for="ch" forName="ConnectLineEnd1" refType="h" fact="0.02"/>
                  <dgm:constr type="h" for="ch" forName="ConnectLineEnd1" refType="h" fact="0.02"/>
                  <dgm:constr type="b" for="ch" forName="ConnectLineEnd1" refType="h" fact="0.65"/>
                  <dgm:constr type="ctrX" for="ch" forName="ConnectLineEnd1" refType="w" fact="0.5"/>
                  <dgm:constr type="w" for="ch" forName="EmptyPane1" refType="w"/>
                  <dgm:constr type="h" for="ch" forName="EmptyPane1" refType="h" fact="0.45"/>
                </dgm:constrLst>
              </dgm:else>
            </dgm:choose>
            <dgm:layoutNode name="parent1" styleLbl="alignNode1">
              <dgm:varLst>
                <dgm:chMax val="1"/>
                <dgm:chPref val="1"/>
                <dgm:bulletEnabled val="1"/>
              </dgm:varLst>
              <dgm:alg type="tx">
                <dgm:param type="txAnchorHorz" val="ctr"/>
                <dgm:param type="txAnchorVert" val="mid"/>
                <dgm:param type="parTxLTRAlign" val="ctr"/>
                <dgm:param type="parTxRTLAlign" val="ctr"/>
              </dgm:alg>
              <dgm:choose name="casesForFirstAndLastNode12">
                <dgm:if name="startNode12" axis="self" ptType="node" func="pos" op="equ" val="1">
                  <dgm:choose name="removeLineWhenOnlyOneNode12">
                    <dgm:if name="ifOnlyOneNode12" axis="followSib" ptType="node" func="cnt" op="equ" val="0">
                      <dgm:shape xmlns:r="http://schemas.openxmlformats.org/officeDocument/2006/relationships" type="roundRect" r:blip="">
                        <dgm:adjLst/>
                      </dgm:shape>
                    </dgm:if>
                    <dgm:else name="ifMoreThanOneNode12">
                      <dgm:choose name="Name181">
                        <dgm:if name="Name191" func="var" arg="dir" op="equ" val="norm">
                          <dgm:shape xmlns:r="http://schemas.openxmlformats.org/officeDocument/2006/relationships" rot="-90" type="round2SameRect" r:blip="">
                            <dgm:adjLst/>
                          </dgm:shape>
                        </dgm:if>
                        <dgm:else name="Name201">
                          <dgm:shape xmlns:r="http://schemas.openxmlformats.org/officeDocument/2006/relationships" rot="90" type="round2SameRect" r:blip="">
                            <dgm:adjLst/>
                          </dgm:shape>
                        </dgm:else>
                      </dgm:choose>
                    </dgm:else>
                  </dgm:choose>
                </dgm:if>
                <dgm:else name="notStartNode12">
                  <dgm:choose name="Name221">
                    <dgm:if name="Name231" axis="self" ptType="node" func="revPos" op="equ" val="1">
                      <dgm:choose name="Name241">
                        <dgm:if name="Name251" func="var" arg="dir" op="equ" val="norm">
                          <dgm:shape xmlns:r="http://schemas.openxmlformats.org/officeDocument/2006/relationships" rot="90" type="round2SameRect" r:blip="">
                            <dgm:adjLst/>
                          </dgm:shape>
                        </dgm:if>
                        <dgm:else name="Name261">
                          <dgm:shape xmlns:r="http://schemas.openxmlformats.org/officeDocument/2006/relationships" rot="-90" type="round2SameRect" r:blip="">
                            <dgm:adjLst/>
                          </dgm:shape>
                        </dgm:else>
                      </dgm:choose>
                    </dgm:if>
                    <dgm:else name="Name271">
                      <dgm:shape xmlns:r="http://schemas.openxmlformats.org/officeDocument/2006/relationships" type="rect" r:blip="">
                        <dgm:adjLst/>
                      </dgm:shape>
                    </dgm:else>
                  </dgm:choose>
                </dgm:else>
              </dgm:choose>
              <dgm:presOf axis="self" ptType="node"/>
              <dgm:constrLst>
                <dgm:constr type="lMarg" refType="primFontSz" fact="0.6"/>
                <dgm:constr type="rMarg" refType="primFontSz" fact="0.6"/>
                <dgm:constr type="tMarg" refType="primFontSz" fact="0.6"/>
                <dgm:constr type="bMarg" refType="primFontSz" fact="0.6"/>
              </dgm:constrLst>
              <dgm:ruleLst>
                <dgm:rule type="primFontSz" val="11" fact="NaN" max="NaN"/>
              </dgm:ruleLst>
            </dgm:layoutNode>
            <dgm:layoutNode name="Childtext1" styleLbl="revTx">
              <dgm:varLst>
                <dgm:bulletEnabled val="1"/>
              </dgm:varLst>
              <dgm:choose name="casesForTxtDirLogic1">
                <dgm:if name="Name771" axis="self" ptType="node" func="posOdd" op="equ" val="1">
                  <dgm:alg type="tx">
                    <dgm:param type="txAnchorVert" val="b"/>
                    <dgm:param type="txAnchorHorz" val="ctr"/>
                    <dgm:param type="parTxLTRAlign" val="ctr"/>
                    <dgm:param type="parTxRTLAlign" val="ctr"/>
                  </dgm:alg>
                  <dgm:constrLst>
                    <dgm:constr type="lMarg"/>
                    <dgm:constr type="rMarg"/>
                    <dgm:constr type="tMarg"/>
                    <dgm:constr type="bMarg" refType="primFontSz" fact="0.6"/>
                  </dgm:constrLst>
                </dgm:if>
                <dgm:else name="Name881">
                  <dgm:alg type="tx">
                    <dgm:param type="txAnchorVert" val="t"/>
                    <dgm:param type="txAnchorHorz" val="ctr"/>
                    <dgm:param type="parTxLTRAlign" val="ctr"/>
                    <dgm:param type="parTxRTLAlign" val="ctr"/>
                  </dgm:alg>
                  <dgm:constrLst>
                    <dgm:constr type="lMarg"/>
                    <dgm:constr type="rMarg"/>
                    <dgm:constr type="tMarg" refType="primFontSz" fact="0.6"/>
                    <dgm:constr type="bMarg"/>
                  </dgm:constrLst>
                </dgm:else>
              </dgm:choose>
              <dgm:shape xmlns:r="http://schemas.openxmlformats.org/officeDocument/2006/relationships" type="rect" r:blip="">
                <dgm:adjLst/>
              </dgm:shape>
              <dgm:presOf axis="ch" ptType="node"/>
              <dgm:ruleLst>
                <dgm:rule type="primFontSz" val="11" fact="NaN" max="NaN"/>
              </dgm:ruleLst>
            </dgm:layoutNode>
            <dgm:layoutNode name="ConnectLine1" styleLbl="sibTrans1D1">
              <dgm:alg type="sp"/>
              <dgm:shape xmlns:r="http://schemas.openxmlformats.org/officeDocument/2006/relationships" type="line" r:blip="">
                <dgm:adjLst/>
                <dgm:extLst>
                  <a:ext uri="{B698B0E9-8C71-41B9-8309-B3DCBF30829C}">
                    <dgm1612:spPr xmlns:dgm1612="http://schemas.microsoft.com/office/drawing/2016/12/diagram">
                      <a:ln>
                        <a:prstDash val="dash"/>
                      </a:ln>
                    </dgm1612:spPr>
                  </a:ext>
                </dgm:extLst>
              </dgm:shape>
              <dgm:presOf/>
              <dgm:constrLst/>
            </dgm:layoutNode>
            <dgm:layoutNode name="ConnectLineEnd1" styleLbl="l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/>
            </dgm:layoutNode>
            <dgm:layoutNode name="EmptyPane1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</dgm:layoutNode>
          </dgm:layoutNode>
          <dgm:forEach name="Name281" axis="followSib" ptType="sibTrans" cnt="1">
            <dgm:layoutNode name="spaceBetweenRectangles1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D1471C2C-1567-47F4-803E-468024209D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PT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058F5B09-2954-46C6-97BB-9E10649FE2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D24227C-3F79-4894-AF29-54EEA2F15D74}" type="datetime1">
              <a:rPr lang="pt-PT" smtClean="0"/>
              <a:t>23/04/2026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E39A204B-EBA9-4C6D-BFB2-A104F00C8E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855F72FC-4D2D-4E5B-A4DD-62E2C822FB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23CDBB5-5B4A-4483-935D-A73935186B4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1923779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3A83782-9536-4DB3-B57F-39CC12543AF1}" type="datetime1">
              <a:rPr lang="pt-PT" smtClean="0"/>
              <a:t>23/04/2026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PT"/>
              <a:t>Clique para editar os Estilos de título do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7CCE34D-CFF1-4FFE-815B-D050E7ED2DF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7936288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pt-PT" smtClean="0"/>
              <a:t>1</a:t>
            </a:fld>
            <a:endParaRPr lang="pt-PT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9DA19AF2-C80C-49F4-A598-86BDB16C8F2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53D44CF9-213B-4D28-B0A4-B7B434E666D1}" type="datetime1">
              <a:rPr lang="pt-PT" smtClean="0"/>
              <a:t>23/04/2026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60835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pt-PT" smtClean="0"/>
              <a:t>2</a:t>
            </a:fld>
            <a:endParaRPr lang="pt-PT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23738432-2612-4F6E-9AF1-C8E7F82832B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FB08C1A6-D67B-4B6B-97DC-826AE2CFBC71}" type="datetime1">
              <a:rPr lang="pt-PT" smtClean="0"/>
              <a:t>23/04/2026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00331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pt-PT" smtClean="0"/>
              <a:t>3</a:t>
            </a:fld>
            <a:endParaRPr lang="pt-PT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3985108-E006-403D-9FE5-8A7C2C31A22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13411083-A9F7-4F08-90CE-118CFAE51AF2}" type="datetime1">
              <a:rPr lang="pt-PT" smtClean="0"/>
              <a:t>23/04/2026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86550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DC0559-D619-4E56-BF6F-3712370C2150}" type="slidenum">
              <a:rPr lang="pt-PT" smtClean="0"/>
              <a:t>4</a:t>
            </a:fld>
            <a:endParaRPr lang="pt-PT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A05BE00-41E4-43B7-862C-55F0E1D3F3F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00505084-6872-4011-B963-6CC5014B384B}" type="datetime1">
              <a:rPr lang="pt-PT" smtClean="0"/>
              <a:t>23/04/2026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14541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pt-PT" smtClean="0"/>
              <a:t>5</a:t>
            </a:fld>
            <a:endParaRPr lang="pt-PT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A08DC4A-A3E8-43FB-A5AE-2258E97F84E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F7927A80-0518-495D-975A-9D7938BC7105}" type="datetime1">
              <a:rPr lang="pt-PT" smtClean="0"/>
              <a:t>23/04/2026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4304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7CCE34D-CFF1-4FFE-815B-D050E7ED2DFD}" type="slidenum">
              <a:rPr lang="pt-PT" smtClean="0"/>
              <a:t>6</a:t>
            </a:fld>
            <a:endParaRPr lang="pt-PT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FC03D8EF-DF79-4CFB-8BF8-C0E6C910C42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7953984E-1153-48CC-87DF-DE9A318ADA86}" type="datetime1">
              <a:rPr lang="pt-PT" smtClean="0"/>
              <a:t>23/04/2026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636159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pt-PT" smtClean="0"/>
              <a:t>7</a:t>
            </a:fld>
            <a:endParaRPr lang="pt-PT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417EB28-99D4-4647-8F87-064E84CA850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799AC377-C9F6-4CA6-B6A7-56B6FC3EB8CF}" type="datetime1">
              <a:rPr lang="pt-PT" smtClean="0"/>
              <a:t>23/04/2026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50892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9E68F591-F3C7-4872-BBA0-0693794F4F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99414" y="1051551"/>
            <a:ext cx="3565524" cy="2384898"/>
          </a:xfrm>
        </p:spPr>
        <p:txBody>
          <a:bodyPr rtlCol="0" anchor="b" anchorCtr="0">
            <a:noAutofit/>
          </a:bodyPr>
          <a:lstStyle/>
          <a:p>
            <a:pPr rtl="0"/>
            <a:r>
              <a:rPr lang="pt-PT" sz="4800"/>
              <a:t>3DFlutuante</a:t>
            </a:r>
          </a:p>
        </p:txBody>
      </p:sp>
      <p:sp>
        <p:nvSpPr>
          <p:cNvPr id="14" name="Marcador de Posição da Imagem 13">
            <a:extLst>
              <a:ext uri="{FF2B5EF4-FFF2-40B4-BE49-F238E27FC236}">
                <a16:creationId xmlns:a16="http://schemas.microsoft.com/office/drawing/2014/main" id="{967766A8-18D5-4391-8DB7-7BFF642763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52360" cy="685800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  <a:endParaRPr lang="pt-PT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8AD48E-7D67-4BE9-97B6-DB64DE525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999413" y="445272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EB6FF8E2-165B-49EB-8120-14190F949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915300" y="5534727"/>
            <a:ext cx="667802" cy="631474"/>
            <a:chOff x="10478914" y="1506691"/>
            <a:chExt cx="667802" cy="631474"/>
          </a:xfrm>
        </p:grpSpPr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79B763A7-EE7D-4306-8306-01E8C86E6350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B3A935F-6844-4FCE-B0AE-5492715A58F1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</p:grp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B16EB97-6E8A-4B50-8701-7CB158044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99413" y="3568700"/>
            <a:ext cx="3565524" cy="1731963"/>
          </a:xfrm>
        </p:spPr>
        <p:txBody>
          <a:bodyPr rtlCol="0">
            <a:noAutofit/>
          </a:bodyPr>
          <a:lstStyle>
            <a:lvl1pPr>
              <a:buNone/>
              <a:defRPr sz="2000"/>
            </a:lvl1pPr>
            <a:lvl2pPr>
              <a:buNone/>
              <a:defRPr sz="2000"/>
            </a:lvl2pPr>
            <a:lvl3pPr>
              <a:buNone/>
              <a:defRPr sz="2000"/>
            </a:lvl3pPr>
            <a:lvl4pPr>
              <a:buNone/>
              <a:defRPr sz="2000"/>
            </a:lvl4pPr>
            <a:lvl5pPr>
              <a:buNone/>
              <a:defRPr sz="200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60094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C0923D16-1EC5-4C17-ABA8-B13A1256B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549275"/>
            <a:ext cx="3565524" cy="1997855"/>
          </a:xfrm>
        </p:spPr>
        <p:txBody>
          <a:bodyPr wrap="square" rtlCol="0" anchor="b" anchorCtr="0">
            <a:noAutofit/>
          </a:bodyPr>
          <a:lstStyle>
            <a:lvl1pPr>
              <a:defRPr/>
            </a:lvl1pPr>
          </a:lstStyle>
          <a:p>
            <a:pPr rtl="0"/>
            <a:r>
              <a:rPr lang="pt-PT"/>
              <a:t>Clique para adicionar um título</a:t>
            </a:r>
          </a:p>
        </p:txBody>
      </p:sp>
      <p:sp>
        <p:nvSpPr>
          <p:cNvPr id="7" name="Marcador de Posição de Conteúdo 2">
            <a:extLst>
              <a:ext uri="{FF2B5EF4-FFF2-40B4-BE49-F238E27FC236}">
                <a16:creationId xmlns:a16="http://schemas.microsoft.com/office/drawing/2014/main" id="{50294D8B-CF64-4C26-8C78-57A375E7D33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3" y="2677306"/>
            <a:ext cx="3565525" cy="3415519"/>
          </a:xfrm>
        </p:spPr>
        <p:txBody>
          <a:bodyPr rtlCol="0" anchor="t" anchorCtr="0">
            <a:noAutofit/>
          </a:bodyPr>
          <a:lstStyle>
            <a:lvl1pPr>
              <a:buNone/>
              <a:defRPr/>
            </a:lvl1pPr>
          </a:lstStyle>
          <a:p>
            <a:pPr rtl="0">
              <a:lnSpc>
                <a:spcPct val="120000"/>
              </a:lnSpc>
            </a:pPr>
            <a:r>
              <a:rPr lang="pt-PT" sz="1600"/>
              <a:t>Clique para adicionar texto</a:t>
            </a:r>
          </a:p>
        </p:txBody>
      </p:sp>
      <p:sp>
        <p:nvSpPr>
          <p:cNvPr id="17" name="Marcador de Posição da Imagem 16">
            <a:extLst>
              <a:ext uri="{FF2B5EF4-FFF2-40B4-BE49-F238E27FC236}">
                <a16:creationId xmlns:a16="http://schemas.microsoft.com/office/drawing/2014/main" id="{67BCF456-426F-435B-8DF0-A32A44F5A8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08928" y="1596771"/>
            <a:ext cx="3448558" cy="3448558"/>
          </a:xfrm>
          <a:custGeom>
            <a:avLst/>
            <a:gdLst>
              <a:gd name="connsiteX0" fmla="*/ 1724279 w 3448558"/>
              <a:gd name="connsiteY0" fmla="*/ 0 h 3448558"/>
              <a:gd name="connsiteX1" fmla="*/ 3448558 w 3448558"/>
              <a:gd name="connsiteY1" fmla="*/ 1724279 h 3448558"/>
              <a:gd name="connsiteX2" fmla="*/ 1724279 w 3448558"/>
              <a:gd name="connsiteY2" fmla="*/ 3448558 h 3448558"/>
              <a:gd name="connsiteX3" fmla="*/ 0 w 3448558"/>
              <a:gd name="connsiteY3" fmla="*/ 1724279 h 3448558"/>
              <a:gd name="connsiteX4" fmla="*/ 1724279 w 3448558"/>
              <a:gd name="connsiteY4" fmla="*/ 0 h 3448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8558" h="3448558">
                <a:moveTo>
                  <a:pt x="1724279" y="0"/>
                </a:moveTo>
                <a:cubicBezTo>
                  <a:pt x="2676572" y="0"/>
                  <a:pt x="3448558" y="771986"/>
                  <a:pt x="3448558" y="1724279"/>
                </a:cubicBezTo>
                <a:cubicBezTo>
                  <a:pt x="3448558" y="2676572"/>
                  <a:pt x="2676572" y="3448558"/>
                  <a:pt x="1724279" y="3448558"/>
                </a:cubicBezTo>
                <a:cubicBezTo>
                  <a:pt x="771986" y="3448558"/>
                  <a:pt x="0" y="2676572"/>
                  <a:pt x="0" y="1724279"/>
                </a:cubicBezTo>
                <a:cubicBezTo>
                  <a:pt x="0" y="771986"/>
                  <a:pt x="771986" y="0"/>
                  <a:pt x="1724279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  <a:endParaRPr lang="pt-PT"/>
          </a:p>
        </p:txBody>
      </p:sp>
      <p:sp>
        <p:nvSpPr>
          <p:cNvPr id="22" name="Marcador de Posição da Imagem 21">
            <a:extLst>
              <a:ext uri="{FF2B5EF4-FFF2-40B4-BE49-F238E27FC236}">
                <a16:creationId xmlns:a16="http://schemas.microsoft.com/office/drawing/2014/main" id="{4813A609-7079-46D5-9C1D-52004ABDAC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18575" y="596392"/>
            <a:ext cx="2263776" cy="2263776"/>
          </a:xfrm>
          <a:custGeom>
            <a:avLst/>
            <a:gdLst>
              <a:gd name="connsiteX0" fmla="*/ 1131888 w 2263776"/>
              <a:gd name="connsiteY0" fmla="*/ 0 h 2263776"/>
              <a:gd name="connsiteX1" fmla="*/ 2263776 w 2263776"/>
              <a:gd name="connsiteY1" fmla="*/ 1131888 h 2263776"/>
              <a:gd name="connsiteX2" fmla="*/ 1131888 w 2263776"/>
              <a:gd name="connsiteY2" fmla="*/ 2263776 h 2263776"/>
              <a:gd name="connsiteX3" fmla="*/ 0 w 2263776"/>
              <a:gd name="connsiteY3" fmla="*/ 1131888 h 2263776"/>
              <a:gd name="connsiteX4" fmla="*/ 1131888 w 2263776"/>
              <a:gd name="connsiteY4" fmla="*/ 0 h 226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3776" h="2263776">
                <a:moveTo>
                  <a:pt x="1131888" y="0"/>
                </a:moveTo>
                <a:cubicBezTo>
                  <a:pt x="1757012" y="0"/>
                  <a:pt x="2263776" y="506764"/>
                  <a:pt x="2263776" y="1131888"/>
                </a:cubicBezTo>
                <a:cubicBezTo>
                  <a:pt x="2263776" y="1757012"/>
                  <a:pt x="1757012" y="2263776"/>
                  <a:pt x="1131888" y="2263776"/>
                </a:cubicBezTo>
                <a:cubicBezTo>
                  <a:pt x="506764" y="2263776"/>
                  <a:pt x="0" y="1757012"/>
                  <a:pt x="0" y="1131888"/>
                </a:cubicBezTo>
                <a:cubicBezTo>
                  <a:pt x="0" y="506764"/>
                  <a:pt x="506764" y="0"/>
                  <a:pt x="113188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  <a:endParaRPr lang="pt-PT"/>
          </a:p>
        </p:txBody>
      </p:sp>
      <p:sp>
        <p:nvSpPr>
          <p:cNvPr id="25" name="Marcador de Posição da Imagem 24">
            <a:extLst>
              <a:ext uri="{FF2B5EF4-FFF2-40B4-BE49-F238E27FC236}">
                <a16:creationId xmlns:a16="http://schemas.microsoft.com/office/drawing/2014/main" id="{A14F21DF-D5E0-4C6C-BA2C-D69D65DBB18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91612" y="3324733"/>
            <a:ext cx="2936876" cy="2936876"/>
          </a:xfrm>
          <a:custGeom>
            <a:avLst/>
            <a:gdLst>
              <a:gd name="connsiteX0" fmla="*/ 1468438 w 2936876"/>
              <a:gd name="connsiteY0" fmla="*/ 0 h 2936876"/>
              <a:gd name="connsiteX1" fmla="*/ 2936876 w 2936876"/>
              <a:gd name="connsiteY1" fmla="*/ 1468438 h 2936876"/>
              <a:gd name="connsiteX2" fmla="*/ 1468438 w 2936876"/>
              <a:gd name="connsiteY2" fmla="*/ 2936876 h 2936876"/>
              <a:gd name="connsiteX3" fmla="*/ 0 w 2936876"/>
              <a:gd name="connsiteY3" fmla="*/ 1468438 h 2936876"/>
              <a:gd name="connsiteX4" fmla="*/ 1468438 w 2936876"/>
              <a:gd name="connsiteY4" fmla="*/ 0 h 293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6876" h="2936876">
                <a:moveTo>
                  <a:pt x="1468438" y="0"/>
                </a:moveTo>
                <a:cubicBezTo>
                  <a:pt x="2279434" y="0"/>
                  <a:pt x="2936876" y="657442"/>
                  <a:pt x="2936876" y="1468438"/>
                </a:cubicBezTo>
                <a:cubicBezTo>
                  <a:pt x="2936876" y="2279434"/>
                  <a:pt x="2279434" y="2936876"/>
                  <a:pt x="1468438" y="2936876"/>
                </a:cubicBezTo>
                <a:cubicBezTo>
                  <a:pt x="657442" y="2936876"/>
                  <a:pt x="0" y="2279434"/>
                  <a:pt x="0" y="1468438"/>
                </a:cubicBezTo>
                <a:cubicBezTo>
                  <a:pt x="0" y="657442"/>
                  <a:pt x="657442" y="0"/>
                  <a:pt x="146843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  <a:endParaRPr lang="pt-PT"/>
          </a:p>
        </p:txBody>
      </p:sp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Terça-feira, 2 de fevereiro de 20XX</a:t>
            </a:r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PT" smtClean="0"/>
              <a:t>‹nº›</a:t>
            </a:fld>
            <a:endParaRPr lang="pt-PT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2FF63B4-C261-4597-9EE0-811D250B9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548755" y="850167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F92CF088-7F97-4A11-8A81-0EF641F69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02297" y="5691007"/>
            <a:ext cx="667802" cy="631474"/>
            <a:chOff x="3409557" y="4940429"/>
            <a:chExt cx="667802" cy="631474"/>
          </a:xfrm>
        </p:grpSpPr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165B23B7-CE74-4974-ABD8-BFA31D583416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3537358" y="4940429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F99BB1F-6C9D-4972-9EF4-98ACD7BE71E5}"/>
                </a:ext>
              </a:extLst>
            </p:cNvPr>
            <p:cNvSpPr/>
            <p:nvPr/>
          </p:nvSpPr>
          <p:spPr>
            <a:xfrm rot="13500000">
              <a:off x="3544558" y="4858365"/>
              <a:ext cx="270000" cy="540001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 dirty="0"/>
            </a:p>
          </p:txBody>
        </p:sp>
      </p:grpSp>
    </p:spTree>
    <p:extLst>
      <p:ext uri="{BB962C8B-B14F-4D97-AF65-F5344CB8AC3E}">
        <p14:creationId xmlns:p14="http://schemas.microsoft.com/office/powerpoint/2010/main" val="428412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du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458B3A1-C77D-4AFC-B2C8-79520B53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7200"/>
            <a:ext cx="4500562" cy="1562959"/>
          </a:xfrm>
        </p:spPr>
        <p:txBody>
          <a:bodyPr wrap="square" rtlCol="0" anchor="t" anchorCtr="0">
            <a:noAutofit/>
          </a:bodyPr>
          <a:lstStyle/>
          <a:p>
            <a:pPr rtl="0"/>
            <a:r>
              <a:rPr lang="pt-BR"/>
              <a:t>Clique para editar o título Mestre</a:t>
            </a:r>
            <a:endParaRPr lang="pt-PT" dirty="0"/>
          </a:p>
        </p:txBody>
      </p:sp>
      <p:sp>
        <p:nvSpPr>
          <p:cNvPr id="12" name="Marcador de Posição da Imagem 11">
            <a:extLst>
              <a:ext uri="{FF2B5EF4-FFF2-40B4-BE49-F238E27FC236}">
                <a16:creationId xmlns:a16="http://schemas.microsoft.com/office/drawing/2014/main" id="{F551DA26-B267-4F28-B4D0-65B3EF6E11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  <a:endParaRPr lang="pt-PT"/>
          </a:p>
        </p:txBody>
      </p:sp>
      <p:sp>
        <p:nvSpPr>
          <p:cNvPr id="18" name="Marcador de Posição da Imagem 11">
            <a:extLst>
              <a:ext uri="{FF2B5EF4-FFF2-40B4-BE49-F238E27FC236}">
                <a16:creationId xmlns:a16="http://schemas.microsoft.com/office/drawing/2014/main" id="{95544A62-DA23-4840-99DE-09AFC8F4DC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4096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  <a:endParaRPr lang="pt-PT"/>
          </a:p>
        </p:txBody>
      </p:sp>
      <p:sp>
        <p:nvSpPr>
          <p:cNvPr id="19" name="Marcador de Posição da Imagem 11">
            <a:extLst>
              <a:ext uri="{FF2B5EF4-FFF2-40B4-BE49-F238E27FC236}">
                <a16:creationId xmlns:a16="http://schemas.microsoft.com/office/drawing/2014/main" id="{0C91AF30-C5BB-4601-BDEB-E60C93A169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83808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  <a:endParaRPr lang="pt-PT"/>
          </a:p>
        </p:txBody>
      </p:sp>
      <p:sp>
        <p:nvSpPr>
          <p:cNvPr id="20" name="Marcador de Posição da Imagem 11">
            <a:extLst>
              <a:ext uri="{FF2B5EF4-FFF2-40B4-BE49-F238E27FC236}">
                <a16:creationId xmlns:a16="http://schemas.microsoft.com/office/drawing/2014/main" id="{5B625AA5-EA5B-4115-A461-DA2C7087D83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37904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  <a:endParaRPr lang="pt-PT"/>
          </a:p>
        </p:txBody>
      </p:sp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Terça-feira, 2 de fevereiro de 20XX</a:t>
            </a:r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PT" smtClean="0"/>
              <a:t>‹nº›</a:t>
            </a:fld>
            <a:endParaRPr lang="pt-PT"/>
          </a:p>
        </p:txBody>
      </p:sp>
      <p:sp>
        <p:nvSpPr>
          <p:cNvPr id="11" name="Marcador de Posição de Conteúdo 6">
            <a:extLst>
              <a:ext uri="{FF2B5EF4-FFF2-40B4-BE49-F238E27FC236}">
                <a16:creationId xmlns:a16="http://schemas.microsoft.com/office/drawing/2014/main" id="{1B1AE41C-3196-4E6F-A3A8-313A92677F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>
            <a:lvl1pPr marL="228600" indent="-2286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57026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Quebra de sec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ção da Imagem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accent5"/>
          </a:solid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  <a:endParaRPr lang="pt-PT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PT"/>
              <a:t>Terça-feira, 2 de fevereiro de 20XX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BA1B0FB-D917-4C8C-928F-313BD683BF39}" type="slidenum">
              <a:rPr lang="pt-PT" smtClean="0"/>
              <a:t>‹nº›</a:t>
            </a:fld>
            <a:endParaRPr lang="pt-PT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0517979-166D-4AAA-ABBC-0C3E5C2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E111559-B769-4E2A-A891-97B3C4AA6BAC}"/>
              </a:ext>
            </a:extLst>
          </p:cNvPr>
          <p:cNvSpPr/>
          <p:nvPr userDrawn="1"/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 anchor="b" anchorCtr="0">
            <a:noAutofit/>
          </a:bodyPr>
          <a:lstStyle>
            <a:lvl1pPr>
              <a:defRPr sz="6400"/>
            </a:lvl1pPr>
          </a:lstStyle>
          <a:p>
            <a:pPr rtl="0"/>
            <a:r>
              <a:rPr lang="pt-BR"/>
              <a:t>Clique para editar o título Mestre</a:t>
            </a:r>
            <a:endParaRPr lang="pt-PT" dirty="0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16724"/>
            <a:ext cx="5437187" cy="2265216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</a:lstStyle>
          <a:p>
            <a:pPr rtl="0"/>
            <a:r>
              <a:rPr lang="pt-BR">
                <a:solidFill>
                  <a:schemeClr val="tx1">
                    <a:alpha val="60000"/>
                  </a:schemeClr>
                </a:solidFill>
              </a:rPr>
              <a:t>Clique para editar o estilo do subtítulo Mestre</a:t>
            </a:r>
            <a:endParaRPr lang="pt-PT" dirty="0">
              <a:solidFill>
                <a:schemeClr val="tx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429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Quebra de sec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ção da Imagem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  <a:endParaRPr lang="pt-PT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57281"/>
            <a:ext cx="6640285" cy="3300719"/>
          </a:xfrm>
          <a:gradFill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60000"/>
                </a:schemeClr>
              </a:gs>
            </a:gsLst>
            <a:lin ang="10800000" scaled="1"/>
          </a:gradFill>
        </p:spPr>
        <p:txBody>
          <a:bodyPr rtlCol="0">
            <a:noAutofit/>
          </a:bodyPr>
          <a:lstStyle>
            <a:lvl1pPr marL="548640" indent="0">
              <a:lnSpc>
                <a:spcPct val="200000"/>
              </a:lnSpc>
              <a:buNone/>
              <a:defRPr/>
            </a:lvl1pPr>
          </a:lstStyle>
          <a:p>
            <a:pPr rtl="0"/>
            <a:r>
              <a:rPr lang="pt-BR">
                <a:solidFill>
                  <a:schemeClr val="tx1">
                    <a:alpha val="60000"/>
                  </a:schemeClr>
                </a:solidFill>
              </a:rPr>
              <a:t>Clique para editar o estilo do subtítulo Mestre</a:t>
            </a:r>
            <a:endParaRPr lang="pt-PT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640285" cy="3535509"/>
          </a:xfrm>
          <a:gradFill flip="none" rotWithShape="1"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70000"/>
                </a:schemeClr>
              </a:gs>
            </a:gsLst>
            <a:lin ang="10800000" scaled="1"/>
            <a:tileRect/>
          </a:gradFill>
        </p:spPr>
        <p:txBody>
          <a:bodyPr rtlCol="0" anchor="b" anchorCtr="0">
            <a:noAutofit/>
          </a:bodyPr>
          <a:lstStyle>
            <a:lvl1pPr marL="548640">
              <a:spcAft>
                <a:spcPts val="1200"/>
              </a:spcAft>
              <a:defRPr sz="6400"/>
            </a:lvl1pPr>
          </a:lstStyle>
          <a:p>
            <a:pPr rtl="0"/>
            <a:r>
              <a:rPr lang="pt-BR"/>
              <a:t>Clique para editar o título Mestre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29304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Linha Cronológica da Tabela do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PT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PT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pt-PT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 rtlCol="0">
            <a:no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PT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Terça-feira, 2 de fevereiro de 20XX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7062BF5C-3876-4161-B4FF-14CA94D32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6160" cy="3384550"/>
          </a:xfrm>
        </p:spPr>
        <p:txBody>
          <a:bodyPr wrap="square" rtlCol="0" anchor="b" anchorCtr="0">
            <a:noAutofit/>
          </a:bodyPr>
          <a:lstStyle>
            <a:lvl1pPr>
              <a:defRPr sz="4000"/>
            </a:lvl1pPr>
          </a:lstStyle>
          <a:p>
            <a:pPr rtl="0"/>
            <a:r>
              <a:rPr lang="pt-BR"/>
              <a:t>Clique para editar o título Mestre</a:t>
            </a:r>
            <a:endParaRPr lang="pt-PT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B17C5C60-EC4D-410B-9997-0B7328960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9" name="Forma livre 5">
              <a:extLst>
                <a:ext uri="{FF2B5EF4-FFF2-40B4-BE49-F238E27FC236}">
                  <a16:creationId xmlns:a16="http://schemas.microsoft.com/office/drawing/2014/main" id="{0573155C-3428-4F4F-AE66-A519D777EAAE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10" name="Forma livre 6">
              <a:extLst>
                <a:ext uri="{FF2B5EF4-FFF2-40B4-BE49-F238E27FC236}">
                  <a16:creationId xmlns:a16="http://schemas.microsoft.com/office/drawing/2014/main" id="{1853496C-159E-4D47-94B5-0835FB6511B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11" name="Forma livre 8">
              <a:extLst>
                <a:ext uri="{FF2B5EF4-FFF2-40B4-BE49-F238E27FC236}">
                  <a16:creationId xmlns:a16="http://schemas.microsoft.com/office/drawing/2014/main" id="{CE93E330-715B-44E8-84D9-CE166D428D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80A2FA6F-99B7-4984-A80C-570644889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  <p:sp>
        <p:nvSpPr>
          <p:cNvPr id="17" name="Marcador de Posição de Conteúdo 16">
            <a:extLst>
              <a:ext uri="{FF2B5EF4-FFF2-40B4-BE49-F238E27FC236}">
                <a16:creationId xmlns:a16="http://schemas.microsoft.com/office/drawing/2014/main" id="{439C8C03-81B3-4DE8-B96A-78258E4467C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0863" y="4097338"/>
            <a:ext cx="3565524" cy="2351087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15" name="Marcador de Posição da Imagem 14">
            <a:extLst>
              <a:ext uri="{FF2B5EF4-FFF2-40B4-BE49-F238E27FC236}">
                <a16:creationId xmlns:a16="http://schemas.microsoft.com/office/drawing/2014/main" id="{C1FBB56D-C8B1-4ED9-A5DB-72BA636DAD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35809" y="65663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  <a:endParaRPr lang="pt-PT"/>
          </a:p>
        </p:txBody>
      </p:sp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Terça-feira, 2 de fevereiro de 20XX</a:t>
            </a:r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63087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Equi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E38C6F9E-A74F-4F54-9409-B6B93DF8C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60000"/>
                </a:schemeClr>
              </a:gs>
              <a:gs pos="40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pt-PT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F0F71C5-78A4-4793-9BD4-3DF0EE3E3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288775" y="7626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  <p:sp>
        <p:nvSpPr>
          <p:cNvPr id="40" name="Título 5">
            <a:extLst>
              <a:ext uri="{FF2B5EF4-FFF2-40B4-BE49-F238E27FC236}">
                <a16:creationId xmlns:a16="http://schemas.microsoft.com/office/drawing/2014/main" id="{36F60F77-4CC9-4F86-B70A-85012C6588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548640"/>
            <a:ext cx="8281987" cy="1253041"/>
          </a:xfrm>
        </p:spPr>
        <p:txBody>
          <a:bodyPr rtlCol="0">
            <a:noAutofit/>
          </a:bodyPr>
          <a:lstStyle/>
          <a:p>
            <a:pPr rtl="0"/>
            <a:r>
              <a:rPr lang="pt-PT"/>
              <a:t>Equipa</a:t>
            </a:r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E6093F87-C1F6-4FAB-B891-6F7D7FC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800565" y="4518946"/>
            <a:ext cx="1980001" cy="1363916"/>
            <a:chOff x="4879602" y="3781429"/>
            <a:chExt cx="1980001" cy="1363916"/>
          </a:xfrm>
        </p:grpSpPr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E1A4FD5C-1E5B-46D1-BA9D-99928D19AF04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B7DF0ED5-A971-408F-A055-C7E5D7A623C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PT">
                <a:solidFill>
                  <a:schemeClr val="tx1"/>
                </a:solidFill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A81F353-4C5B-4A37-9846-2C1E2D0FC25F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2B74EA3-11CE-4D3F-99AD-162563447653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</p:grpSp>
      <p:sp>
        <p:nvSpPr>
          <p:cNvPr id="56" name="Marcador de Posição da Imagem 55">
            <a:extLst>
              <a:ext uri="{FF2B5EF4-FFF2-40B4-BE49-F238E27FC236}">
                <a16:creationId xmlns:a16="http://schemas.microsoft.com/office/drawing/2014/main" id="{8F41896B-6DDA-4F82-9F74-3EBF93A3CD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8992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  <a:endParaRPr lang="pt-PT"/>
          </a:p>
        </p:txBody>
      </p:sp>
      <p:sp>
        <p:nvSpPr>
          <p:cNvPr id="57" name="Marcador de Posição da Imagem 55">
            <a:extLst>
              <a:ext uri="{FF2B5EF4-FFF2-40B4-BE49-F238E27FC236}">
                <a16:creationId xmlns:a16="http://schemas.microsoft.com/office/drawing/2014/main" id="{EF85499B-C29A-4C8B-922C-7CE4771E35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38384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  <a:endParaRPr lang="pt-PT"/>
          </a:p>
        </p:txBody>
      </p:sp>
      <p:sp>
        <p:nvSpPr>
          <p:cNvPr id="58" name="Marcador de Posição da Imagem 55">
            <a:extLst>
              <a:ext uri="{FF2B5EF4-FFF2-40B4-BE49-F238E27FC236}">
                <a16:creationId xmlns:a16="http://schemas.microsoft.com/office/drawing/2014/main" id="{F82A1DB8-0AE7-4E17-B07B-FCF45B85EE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61976" y="1993392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  <a:endParaRPr lang="pt-PT" dirty="0"/>
          </a:p>
        </p:txBody>
      </p:sp>
      <p:sp>
        <p:nvSpPr>
          <p:cNvPr id="59" name="Marcador de Posição da Imagem 55">
            <a:extLst>
              <a:ext uri="{FF2B5EF4-FFF2-40B4-BE49-F238E27FC236}">
                <a16:creationId xmlns:a16="http://schemas.microsoft.com/office/drawing/2014/main" id="{A83EEB6C-83B7-471D-B5A4-4071534048D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85568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  <a:endParaRPr lang="pt-PT"/>
          </a:p>
        </p:txBody>
      </p:sp>
      <p:sp>
        <p:nvSpPr>
          <p:cNvPr id="63" name="Marcador de Posição do Texto 62">
            <a:extLst>
              <a:ext uri="{FF2B5EF4-FFF2-40B4-BE49-F238E27FC236}">
                <a16:creationId xmlns:a16="http://schemas.microsoft.com/office/drawing/2014/main" id="{17A96A8C-F792-485A-9BB9-4DEDCA0CE6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9500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PT"/>
              <a:t>Nome</a:t>
            </a:r>
          </a:p>
        </p:txBody>
      </p:sp>
      <p:sp>
        <p:nvSpPr>
          <p:cNvPr id="61" name="Marcador de Posição do Texto 60">
            <a:extLst>
              <a:ext uri="{FF2B5EF4-FFF2-40B4-BE49-F238E27FC236}">
                <a16:creationId xmlns:a16="http://schemas.microsoft.com/office/drawing/2014/main" id="{6C65AE07-519E-4E3B-8521-621C834391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78733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PT"/>
              <a:t>Cargo</a:t>
            </a:r>
          </a:p>
        </p:txBody>
      </p:sp>
      <p:sp>
        <p:nvSpPr>
          <p:cNvPr id="65" name="Marcador de Posição do Texto 62">
            <a:extLst>
              <a:ext uri="{FF2B5EF4-FFF2-40B4-BE49-F238E27FC236}">
                <a16:creationId xmlns:a16="http://schemas.microsoft.com/office/drawing/2014/main" id="{FB878318-C287-428B-8105-429BC4B03F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39151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PT"/>
              <a:t>Nome</a:t>
            </a:r>
          </a:p>
        </p:txBody>
      </p:sp>
      <p:sp>
        <p:nvSpPr>
          <p:cNvPr id="64" name="Marcador de Posição do Texto 60">
            <a:extLst>
              <a:ext uri="{FF2B5EF4-FFF2-40B4-BE49-F238E27FC236}">
                <a16:creationId xmlns:a16="http://schemas.microsoft.com/office/drawing/2014/main" id="{1465E516-2CEF-4F9E-9375-7D41DCFCBB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38384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PT"/>
              <a:t>Cargo</a:t>
            </a:r>
          </a:p>
        </p:txBody>
      </p:sp>
      <p:sp>
        <p:nvSpPr>
          <p:cNvPr id="67" name="Marcador de Posição do Texto 62">
            <a:extLst>
              <a:ext uri="{FF2B5EF4-FFF2-40B4-BE49-F238E27FC236}">
                <a16:creationId xmlns:a16="http://schemas.microsoft.com/office/drawing/2014/main" id="{FE012CE3-36AA-4016-A88E-27BCFFEFD6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62743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PT"/>
              <a:t>Nome</a:t>
            </a:r>
          </a:p>
        </p:txBody>
      </p:sp>
      <p:sp>
        <p:nvSpPr>
          <p:cNvPr id="66" name="Marcador de Posição do Texto 60">
            <a:extLst>
              <a:ext uri="{FF2B5EF4-FFF2-40B4-BE49-F238E27FC236}">
                <a16:creationId xmlns:a16="http://schemas.microsoft.com/office/drawing/2014/main" id="{8D5671AF-0137-4226-8A84-2784817E51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61976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PT"/>
              <a:t>Cargo</a:t>
            </a:r>
          </a:p>
        </p:txBody>
      </p:sp>
      <p:sp>
        <p:nvSpPr>
          <p:cNvPr id="69" name="Marcador de Posição do Texto 62">
            <a:extLst>
              <a:ext uri="{FF2B5EF4-FFF2-40B4-BE49-F238E27FC236}">
                <a16:creationId xmlns:a16="http://schemas.microsoft.com/office/drawing/2014/main" id="{DA1587F0-23BF-4FB8-B06C-2B0AA928E9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3112" y="3787288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PT"/>
              <a:t>Nome</a:t>
            </a:r>
          </a:p>
        </p:txBody>
      </p:sp>
      <p:sp>
        <p:nvSpPr>
          <p:cNvPr id="68" name="Marcador de Posição do Texto 60">
            <a:extLst>
              <a:ext uri="{FF2B5EF4-FFF2-40B4-BE49-F238E27FC236}">
                <a16:creationId xmlns:a16="http://schemas.microsoft.com/office/drawing/2014/main" id="{565C0B22-B5E7-44BB-A17C-7FB5BB5D82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32345" y="4238812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PT"/>
              <a:t>Título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Terça-feira, 2 de fevereiro de 20XX</a:t>
            </a:r>
            <a:endParaRPr lang="pt-PT" dirty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1577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Conteúdo de 2 colunas (diapositivo de comparaçã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pt-P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pt-PT" sz="4800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5437186" cy="535354"/>
          </a:xfrm>
        </p:spPr>
        <p:txBody>
          <a:bodyPr rtlCol="0" anchor="b">
            <a:no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427370"/>
            <a:ext cx="5429114" cy="3515555"/>
          </a:xfrm>
        </p:spPr>
        <p:txBody>
          <a:bodyPr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PT"/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731375"/>
            <a:ext cx="5436392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pt-PT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pt-BR"/>
              <a:t>Clique para editar os estilos de texto Mestres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427370"/>
            <a:ext cx="5436391" cy="3515555"/>
          </a:xfrm>
        </p:spPr>
        <p:txBody>
          <a:bodyPr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PT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Terça-feira, 2 de fevereiro de 20XX</a:t>
            </a:r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7039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údo em 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o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7931" y="5260967"/>
            <a:ext cx="1980001" cy="1363916"/>
            <a:chOff x="4879602" y="3781429"/>
            <a:chExt cx="1980001" cy="1363916"/>
          </a:xfrm>
        </p:grpSpPr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PT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PT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</p:grp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10834944" y="17126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10849344" y="51834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EBCCE83C-72C8-4181-8D03-7CFB23A6F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pt-PT" sz="4800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16" name="Marcador de Posição do Texto 2">
            <a:extLst>
              <a:ext uri="{FF2B5EF4-FFF2-40B4-BE49-F238E27FC236}">
                <a16:creationId xmlns:a16="http://schemas.microsoft.com/office/drawing/2014/main" id="{C6FCDFCC-38D1-43A4-918F-491DBA6B2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3563936" cy="535354"/>
          </a:xfrm>
        </p:spPr>
        <p:txBody>
          <a:bodyPr rtlCol="0" anchor="b">
            <a:noAutofit/>
          </a:bodyPr>
          <a:lstStyle>
            <a:lvl1pPr marL="0" indent="0">
              <a:buNone/>
              <a:defRPr sz="20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17" name="Marcador de Posição de Conteúdo 3">
            <a:extLst>
              <a:ext uri="{FF2B5EF4-FFF2-40B4-BE49-F238E27FC236}">
                <a16:creationId xmlns:a16="http://schemas.microsoft.com/office/drawing/2014/main" id="{8A9CB740-8581-4D62-8481-7ECBBEDA7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476" y="2432304"/>
            <a:ext cx="3563936" cy="3515555"/>
          </a:xfrm>
        </p:spPr>
        <p:txBody>
          <a:bodyPr rtlCol="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PT"/>
          </a:p>
        </p:txBody>
      </p:sp>
      <p:sp>
        <p:nvSpPr>
          <p:cNvPr id="22" name="Marcador de Posição do Texto 4">
            <a:extLst>
              <a:ext uri="{FF2B5EF4-FFF2-40B4-BE49-F238E27FC236}">
                <a16:creationId xmlns:a16="http://schemas.microsoft.com/office/drawing/2014/main" id="{AB16E493-D962-46EC-BBB8-D7E68A6404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1573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pt-PT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pt-BR"/>
              <a:t>Clique para editar os estilos de texto Mestres</a:t>
            </a:r>
          </a:p>
        </p:txBody>
      </p:sp>
      <p:sp>
        <p:nvSpPr>
          <p:cNvPr id="23" name="Marcador de Posição de Conteúdo 5">
            <a:extLst>
              <a:ext uri="{FF2B5EF4-FFF2-40B4-BE49-F238E27FC236}">
                <a16:creationId xmlns:a16="http://schemas.microsoft.com/office/drawing/2014/main" id="{88CC7C67-1BA6-42A6-B9D3-8EDF70A3DB3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41573" y="2427370"/>
            <a:ext cx="3508755" cy="3515555"/>
          </a:xfrm>
        </p:spPr>
        <p:txBody>
          <a:bodyPr rtlCol="0"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PT"/>
          </a:p>
        </p:txBody>
      </p:sp>
      <p:sp>
        <p:nvSpPr>
          <p:cNvPr id="18" name="Marcador de Posição do Texto 4">
            <a:extLst>
              <a:ext uri="{FF2B5EF4-FFF2-40B4-BE49-F238E27FC236}">
                <a16:creationId xmlns:a16="http://schemas.microsoft.com/office/drawing/2014/main" id="{C17092A6-D0E6-4EF2-B3B8-AE35438D4D7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139659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pt-PT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pt-PT"/>
              <a:t>Clique para EDITAR</a:t>
            </a:r>
          </a:p>
        </p:txBody>
      </p:sp>
      <p:sp>
        <p:nvSpPr>
          <p:cNvPr id="21" name="Marcador de Posição de Conteúdo 5">
            <a:extLst>
              <a:ext uri="{FF2B5EF4-FFF2-40B4-BE49-F238E27FC236}">
                <a16:creationId xmlns:a16="http://schemas.microsoft.com/office/drawing/2014/main" id="{4534254A-2561-400F-87CB-18A8D3538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39659" y="2427370"/>
            <a:ext cx="3508755" cy="3515555"/>
          </a:xfrm>
        </p:spPr>
        <p:txBody>
          <a:bodyPr rtlCol="0"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PT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Terça-feira, 2 de fevereiro de 20XX</a:t>
            </a:r>
            <a:endParaRPr lang="pt-PT" dirty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852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949202B-67AE-417A-A336-DF5257FF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8500"/>
            <a:ext cx="4500562" cy="1562959"/>
          </a:xfrm>
        </p:spPr>
        <p:txBody>
          <a:bodyPr wrap="square" rtlCol="0" anchor="t" anchorCtr="0">
            <a:noAutofit/>
          </a:bodyPr>
          <a:lstStyle/>
          <a:p>
            <a:pPr rtl="0"/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10" name="Marcador de Posição da Imagem 9">
            <a:extLst>
              <a:ext uri="{FF2B5EF4-FFF2-40B4-BE49-F238E27FC236}">
                <a16:creationId xmlns:a16="http://schemas.microsoft.com/office/drawing/2014/main" id="{1786D546-2834-435F-950F-DCEFE654B3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  <a:endParaRPr lang="pt-PT"/>
          </a:p>
        </p:txBody>
      </p:sp>
      <p:sp>
        <p:nvSpPr>
          <p:cNvPr id="7" name="Marcador de Posição de Conteúdo 6">
            <a:extLst>
              <a:ext uri="{FF2B5EF4-FFF2-40B4-BE49-F238E27FC236}">
                <a16:creationId xmlns:a16="http://schemas.microsoft.com/office/drawing/2014/main" id="{3BD763BD-EAC5-4DB8-81AF-9743BB6A957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>
            <a:lvl1pPr marL="0" indent="0">
              <a:buNone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Terça-feira, 2 de fevereiro de 20XX</a:t>
            </a:r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PT" smtClean="0"/>
              <a:t>‹nº›</a:t>
            </a:fld>
            <a:endParaRPr lang="pt-PT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46AF837-10C6-44A5-B8D6-960A57487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5477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clus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ítulo 1">
            <a:extLst>
              <a:ext uri="{FF2B5EF4-FFF2-40B4-BE49-F238E27FC236}">
                <a16:creationId xmlns:a16="http://schemas.microsoft.com/office/drawing/2014/main" id="{97246E34-E6EE-4BF3-A0D3-A20868B5A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 anchor="b" anchorCtr="0">
            <a:noAutofit/>
          </a:bodyPr>
          <a:lstStyle/>
          <a:p>
            <a:pPr rtl="0"/>
            <a:r>
              <a:rPr lang="pt-BR"/>
              <a:t>Clique para editar o título Mestre</a:t>
            </a:r>
            <a:endParaRPr lang="pt-PT" dirty="0"/>
          </a:p>
        </p:txBody>
      </p:sp>
      <p:sp>
        <p:nvSpPr>
          <p:cNvPr id="31" name="Subtítulo 2">
            <a:extLst>
              <a:ext uri="{FF2B5EF4-FFF2-40B4-BE49-F238E27FC236}">
                <a16:creationId xmlns:a16="http://schemas.microsoft.com/office/drawing/2014/main" id="{45BE5FFB-47D1-4474-B6CA-C3C936DF2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</a:lstStyle>
          <a:p>
            <a:pPr rtl="0"/>
            <a:r>
              <a:rPr lang="pt-BR">
                <a:solidFill>
                  <a:schemeClr val="tx1">
                    <a:alpha val="60000"/>
                  </a:schemeClr>
                </a:solidFill>
              </a:rPr>
              <a:t>Clique para editar o estilo do subtítulo Mestre</a:t>
            </a:r>
            <a:endParaRPr lang="pt-PT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40" name="Marcador de Posição da Imagem 39">
            <a:extLst>
              <a:ext uri="{FF2B5EF4-FFF2-40B4-BE49-F238E27FC236}">
                <a16:creationId xmlns:a16="http://schemas.microsoft.com/office/drawing/2014/main" id="{008D9209-1A62-4AC3-BF92-94348A9BC0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56248" y="548640"/>
            <a:ext cx="5084064" cy="288036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  <a:endParaRPr lang="pt-PT" dirty="0"/>
          </a:p>
        </p:txBody>
      </p:sp>
      <p:sp>
        <p:nvSpPr>
          <p:cNvPr id="42" name="Marcador de Posição da Imagem 41">
            <a:extLst>
              <a:ext uri="{FF2B5EF4-FFF2-40B4-BE49-F238E27FC236}">
                <a16:creationId xmlns:a16="http://schemas.microsoft.com/office/drawing/2014/main" id="{FADBFB6B-1787-4549-91B6-D748C66B13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56248" y="3429000"/>
            <a:ext cx="5084064" cy="288036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  <a:endParaRPr lang="pt-PT"/>
          </a:p>
        </p:txBody>
      </p:sp>
      <p:grpSp>
        <p:nvGrpSpPr>
          <p:cNvPr id="43" name="Grupo 42">
            <a:extLst>
              <a:ext uri="{FF2B5EF4-FFF2-40B4-BE49-F238E27FC236}">
                <a16:creationId xmlns:a16="http://schemas.microsoft.com/office/drawing/2014/main" id="{06966E3E-9B30-4375-AC9A-23256CC87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161347" y="125399"/>
            <a:ext cx="1404698" cy="1155641"/>
            <a:chOff x="11161347" y="125399"/>
            <a:chExt cx="1404698" cy="1155641"/>
          </a:xfrm>
        </p:grpSpPr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4EBBC5A2-A37E-47DF-9230-9A75067F188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161347" y="125399"/>
              <a:ext cx="1341675" cy="926985"/>
            </a:xfrm>
            <a:custGeom>
              <a:avLst/>
              <a:gdLst>
                <a:gd name="connsiteX0" fmla="*/ 1049126 w 1341675"/>
                <a:gd name="connsiteY0" fmla="*/ 8962 h 926985"/>
                <a:gd name="connsiteX1" fmla="*/ 1341675 w 1341675"/>
                <a:gd name="connsiteY1" fmla="*/ 301511 h 926985"/>
                <a:gd name="connsiteX2" fmla="*/ 1130649 w 1341675"/>
                <a:gd name="connsiteY2" fmla="*/ 512537 h 926985"/>
                <a:gd name="connsiteX3" fmla="*/ 1107397 w 1341675"/>
                <a:gd name="connsiteY3" fmla="*/ 499917 h 926985"/>
                <a:gd name="connsiteX4" fmla="*/ 926985 w 1341675"/>
                <a:gd name="connsiteY4" fmla="*/ 463493 h 926985"/>
                <a:gd name="connsiteX5" fmla="*/ 463493 w 1341675"/>
                <a:gd name="connsiteY5" fmla="*/ 926985 h 926985"/>
                <a:gd name="connsiteX6" fmla="*/ 0 w 1341675"/>
                <a:gd name="connsiteY6" fmla="*/ 926985 h 926985"/>
                <a:gd name="connsiteX7" fmla="*/ 926985 w 1341675"/>
                <a:gd name="connsiteY7" fmla="*/ 0 h 926985"/>
                <a:gd name="connsiteX8" fmla="*/ 1021763 w 1341675"/>
                <a:gd name="connsiteY8" fmla="*/ 4786 h 92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1675" h="926985">
                  <a:moveTo>
                    <a:pt x="1049126" y="8962"/>
                  </a:moveTo>
                  <a:lnTo>
                    <a:pt x="1341675" y="301511"/>
                  </a:lnTo>
                  <a:lnTo>
                    <a:pt x="1130649" y="512537"/>
                  </a:lnTo>
                  <a:lnTo>
                    <a:pt x="1107397" y="499917"/>
                  </a:lnTo>
                  <a:cubicBezTo>
                    <a:pt x="1051945" y="476462"/>
                    <a:pt x="990979" y="463493"/>
                    <a:pt x="926985" y="463493"/>
                  </a:cubicBezTo>
                  <a:cubicBezTo>
                    <a:pt x="671005" y="463493"/>
                    <a:pt x="463493" y="671005"/>
                    <a:pt x="463493" y="926985"/>
                  </a:cubicBezTo>
                  <a:lnTo>
                    <a:pt x="0" y="926985"/>
                  </a:lnTo>
                  <a:cubicBezTo>
                    <a:pt x="0" y="415026"/>
                    <a:pt x="415025" y="0"/>
                    <a:pt x="926985" y="0"/>
                  </a:cubicBezTo>
                  <a:cubicBezTo>
                    <a:pt x="958982" y="0"/>
                    <a:pt x="990601" y="1621"/>
                    <a:pt x="1021763" y="478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54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pt-PT">
                <a:solidFill>
                  <a:schemeClr val="tx1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1781B9A-C230-4FFC-90A8-E0571B1DEDA7}"/>
                </a:ext>
              </a:extLst>
            </p:cNvPr>
            <p:cNvSpPr/>
            <p:nvPr/>
          </p:nvSpPr>
          <p:spPr>
            <a:xfrm rot="2700000">
              <a:off x="11798454" y="994196"/>
              <a:ext cx="107098" cy="4665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254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3295925C-3570-40F1-B3CE-07D947ED464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228590" y="129580"/>
              <a:ext cx="1337455" cy="1042921"/>
            </a:xfrm>
            <a:custGeom>
              <a:avLst/>
              <a:gdLst>
                <a:gd name="connsiteX0" fmla="*/ 1084058 w 1337455"/>
                <a:gd name="connsiteY0" fmla="*/ 16081 h 1042921"/>
                <a:gd name="connsiteX1" fmla="*/ 1337455 w 1337455"/>
                <a:gd name="connsiteY1" fmla="*/ 269477 h 1042921"/>
                <a:gd name="connsiteX2" fmla="*/ 1060775 w 1337455"/>
                <a:gd name="connsiteY2" fmla="*/ 546158 h 1042921"/>
                <a:gd name="connsiteX3" fmla="*/ 1020394 w 1337455"/>
                <a:gd name="connsiteY3" fmla="*/ 532055 h 1042921"/>
                <a:gd name="connsiteX4" fmla="*/ 926985 w 1337455"/>
                <a:gd name="connsiteY4" fmla="*/ 521461 h 1042921"/>
                <a:gd name="connsiteX5" fmla="*/ 463492 w 1337455"/>
                <a:gd name="connsiteY5" fmla="*/ 1042921 h 1042921"/>
                <a:gd name="connsiteX6" fmla="*/ 0 w 1337455"/>
                <a:gd name="connsiteY6" fmla="*/ 1042921 h 1042921"/>
                <a:gd name="connsiteX7" fmla="*/ 926984 w 1337455"/>
                <a:gd name="connsiteY7" fmla="*/ 0 h 1042921"/>
                <a:gd name="connsiteX8" fmla="*/ 1021763 w 1337455"/>
                <a:gd name="connsiteY8" fmla="*/ 5384 h 104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7455" h="1042921">
                  <a:moveTo>
                    <a:pt x="1084058" y="16081"/>
                  </a:moveTo>
                  <a:lnTo>
                    <a:pt x="1337455" y="269477"/>
                  </a:lnTo>
                  <a:lnTo>
                    <a:pt x="1060775" y="546158"/>
                  </a:lnTo>
                  <a:lnTo>
                    <a:pt x="1020394" y="532055"/>
                  </a:lnTo>
                  <a:cubicBezTo>
                    <a:pt x="990222" y="525109"/>
                    <a:pt x="958982" y="521461"/>
                    <a:pt x="926985" y="521461"/>
                  </a:cubicBezTo>
                  <a:cubicBezTo>
                    <a:pt x="671005" y="521461"/>
                    <a:pt x="463493" y="754927"/>
                    <a:pt x="463492" y="1042921"/>
                  </a:cubicBezTo>
                  <a:lnTo>
                    <a:pt x="0" y="1042921"/>
                  </a:lnTo>
                  <a:cubicBezTo>
                    <a:pt x="0" y="466932"/>
                    <a:pt x="415025" y="0"/>
                    <a:pt x="926984" y="0"/>
                  </a:cubicBezTo>
                  <a:cubicBezTo>
                    <a:pt x="958982" y="0"/>
                    <a:pt x="990600" y="1824"/>
                    <a:pt x="1021763" y="5384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pt-PT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394664AE-6DC5-428F-9AC4-5A8F67571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8288F304-7DF7-42FB-BD6F-D575128A1DDE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04835D9-7DE9-4DDD-A6C2-1C526822700A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</p:grp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Terça-feira, 2 de fevereiro de 20XX</a:t>
            </a:r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PT" smtClean="0"/>
              <a:t>‹nº›</a:t>
            </a:fld>
            <a:endParaRPr lang="pt-PT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3C43C1C-00B3-40E0-B073-B8C56206D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27319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pPr rtl="0"/>
            <a:r>
              <a:rPr lang="pt-BR"/>
              <a:t>Clique para editar o título Mestre</a:t>
            </a:r>
            <a:endParaRPr lang="pt-P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do subtítulo Mestre</a:t>
            </a:r>
            <a:endParaRPr lang="pt-PT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Terça-feira, 2 de fevereiro de 20XX</a:t>
            </a:r>
            <a:endParaRPr lang="pt-PT" dirty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PT" smtClean="0"/>
              <a:t>‹nº›</a:t>
            </a:fld>
            <a:endParaRPr lang="pt-PT"/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PT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PT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pPr rtl="0"/>
            <a:r>
              <a:rPr lang="pt-BR"/>
              <a:t>Clique para editar o título Mestre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PT" dirty="0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 rtlCol="0">
            <a:no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PT" dirty="0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Terça-feira, 2 de fevereiro de 20XX</a:t>
            </a:r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Terça-feira, 2 de fevereiro de 20XX</a:t>
            </a:r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rtlCol="0" anchor="t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pPr rtl="0"/>
            <a:r>
              <a:rPr lang="pt-BR"/>
              <a:t>Clique para editar o título Mestre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PT" dirty="0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 rtlCol="0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Terça-feira, 2 de fevereiro de 20XX</a:t>
            </a:r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8356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 rtl="0">
              <a:lnSpc>
                <a:spcPct val="100000"/>
              </a:lnSpc>
            </a:pPr>
            <a:r>
              <a:rPr lang="pt-PT"/>
              <a:t>Clique para editar o estilo do título do Modelo Global</a:t>
            </a:r>
            <a:endParaRPr lang="pt-PT" dirty="0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 rtl="0"/>
            <a:r>
              <a:rPr lang="pt-PT"/>
              <a:t>Clique para editar os Estilos de título do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r>
              <a:rPr lang="pt-PT"/>
              <a:t>Terça-feira, 2 de fevereiro de 20XX</a:t>
            </a:r>
            <a:endParaRPr lang="pt-PT" dirty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r>
              <a:rPr lang="pt-PT"/>
              <a:t>Texto de Rodapé de Exemplo</a:t>
            </a:r>
            <a:endParaRPr lang="pt-PT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fld id="{DBA1B0FB-D917-4C8C-928F-313BD683BF39}" type="slidenum">
              <a:rPr lang="pt-PT" smtClean="0"/>
              <a:pPr rtl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33" r:id="rId3"/>
    <p:sldLayoutId id="2147483687" r:id="rId4"/>
    <p:sldLayoutId id="2147483734" r:id="rId5"/>
    <p:sldLayoutId id="2147483686" r:id="rId6"/>
    <p:sldLayoutId id="2147483696" r:id="rId7"/>
    <p:sldLayoutId id="2147483707" r:id="rId8"/>
    <p:sldLayoutId id="2147483689" r:id="rId9"/>
    <p:sldLayoutId id="2147483697" r:id="rId10"/>
    <p:sldLayoutId id="2147483731" r:id="rId11"/>
    <p:sldLayoutId id="2147483693" r:id="rId12"/>
    <p:sldLayoutId id="2147483685" r:id="rId13"/>
    <p:sldLayoutId id="2147483688" r:id="rId14"/>
    <p:sldLayoutId id="2147483691" r:id="rId15"/>
    <p:sldLayoutId id="2147483692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PT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6E938C-9D94-4B05-979A-D39FFC45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99414" y="1051551"/>
            <a:ext cx="3824724" cy="2384898"/>
          </a:xfrm>
        </p:spPr>
        <p:txBody>
          <a:bodyPr rtlCol="0" anchor="b" anchorCtr="0">
            <a:normAutofit/>
          </a:bodyPr>
          <a:lstStyle/>
          <a:p>
            <a:pPr rtl="0"/>
            <a:r>
              <a:rPr lang="pt-BR" dirty="0"/>
              <a:t>CGDTI-IA</a:t>
            </a:r>
            <a:endParaRPr lang="pt-PT" dirty="0"/>
          </a:p>
        </p:txBody>
      </p:sp>
      <p:pic>
        <p:nvPicPr>
          <p:cNvPr id="14" name="Marcador de Posição da Imagem 13" descr="Fundo Digital com Pontos de Dados">
            <a:extLst>
              <a:ext uri="{FF2B5EF4-FFF2-40B4-BE49-F238E27FC236}">
                <a16:creationId xmlns:a16="http://schemas.microsoft.com/office/drawing/2014/main" id="{9A8AD548-922D-4E1D-B19C-5F6E808B816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452360" cy="6858000"/>
          </a:xfr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D9A11267-FC52-4990-8D98-010AFABA55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99413" y="3568700"/>
            <a:ext cx="3565524" cy="1731963"/>
          </a:xfrm>
        </p:spPr>
        <p:txBody>
          <a:bodyPr rtlCol="0">
            <a:normAutofit/>
          </a:bodyPr>
          <a:lstStyle/>
          <a:p>
            <a:pPr rtl="0"/>
            <a:r>
              <a:rPr lang="pt-PT" dirty="0"/>
              <a:t>Jefferson dos Anjos</a:t>
            </a:r>
          </a:p>
          <a:p>
            <a:pPr rtl="0"/>
            <a:r>
              <a:rPr lang="pt-PT" dirty="0"/>
              <a:t>Pedro Cavalcanti</a:t>
            </a:r>
          </a:p>
          <a:p>
            <a:pPr rtl="0"/>
            <a:r>
              <a:rPr lang="pt-PT" dirty="0"/>
              <a:t>Lucas Mation</a:t>
            </a:r>
          </a:p>
        </p:txBody>
      </p:sp>
    </p:spTree>
    <p:extLst>
      <p:ext uri="{BB962C8B-B14F-4D97-AF65-F5344CB8AC3E}">
        <p14:creationId xmlns:p14="http://schemas.microsoft.com/office/powerpoint/2010/main" val="752814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23418ADF-358F-4647-A511-FCFFEDA83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7200"/>
            <a:ext cx="4500562" cy="1562959"/>
          </a:xfrm>
        </p:spPr>
        <p:txBody>
          <a:bodyPr rtlCol="0"/>
          <a:lstStyle/>
          <a:p>
            <a:pPr rtl="0"/>
            <a:r>
              <a:rPr lang="pt-PT"/>
              <a:t>Introdução</a:t>
            </a:r>
            <a:endParaRPr lang="pt-PT" dirty="0"/>
          </a:p>
        </p:txBody>
      </p:sp>
      <p:pic>
        <p:nvPicPr>
          <p:cNvPr id="18" name="Marcador de Posição da Imagem 17" descr="Um grupo de pessoas sentadas numa mesa">
            <a:extLst>
              <a:ext uri="{FF2B5EF4-FFF2-40B4-BE49-F238E27FC236}">
                <a16:creationId xmlns:a16="http://schemas.microsoft.com/office/drawing/2014/main" id="{E2536017-F539-430C-A901-70AB81CA612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/>
        </p:blipFill>
        <p:spPr>
          <a:xfrm>
            <a:off x="0" y="0"/>
            <a:ext cx="3054096" cy="3776472"/>
          </a:xfrm>
        </p:spPr>
      </p:pic>
      <p:pic>
        <p:nvPicPr>
          <p:cNvPr id="20" name="Marcador de Posição da Imagem 19" descr="Fundo Digital com Pontos de Dados">
            <a:extLst>
              <a:ext uri="{FF2B5EF4-FFF2-40B4-BE49-F238E27FC236}">
                <a16:creationId xmlns:a16="http://schemas.microsoft.com/office/drawing/2014/main" id="{528A7D8D-1AB5-46C4-93FA-D92C2FD5169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/>
        </p:blipFill>
        <p:spPr>
          <a:xfrm>
            <a:off x="3054096" y="0"/>
            <a:ext cx="3054096" cy="3776472"/>
          </a:xfrm>
        </p:spPr>
      </p:pic>
      <p:pic>
        <p:nvPicPr>
          <p:cNvPr id="25" name="Marcador de Posição da Imagem 24" descr="Ecrã com um Grafo Digital">
            <a:extLst>
              <a:ext uri="{FF2B5EF4-FFF2-40B4-BE49-F238E27FC236}">
                <a16:creationId xmlns:a16="http://schemas.microsoft.com/office/drawing/2014/main" id="{B7353C46-ACC1-4078-85C2-26B57B0E58B7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/>
        </p:blipFill>
        <p:spPr>
          <a:xfrm>
            <a:off x="9137904" y="0"/>
            <a:ext cx="3054096" cy="3776472"/>
          </a:xfrm>
        </p:spPr>
      </p:pic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C329F70-04F7-4C70-BCF8-D4371F54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 rtlCol="0"/>
          <a:lstStyle/>
          <a:p>
            <a:pPr rtl="0"/>
            <a:r>
              <a:rPr lang="pt-PT"/>
              <a:t>Terça-feira, 2 de fevereiro de 20XX</a:t>
            </a:r>
            <a:endParaRPr lang="pt-PT" dirty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6A3302E-502D-4151-81C9-5FD6AF959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PT" smtClean="0"/>
              <a:pPr rtl="0"/>
              <a:t>2</a:t>
            </a:fld>
            <a:endParaRPr lang="pt-PT"/>
          </a:p>
        </p:txBody>
      </p:sp>
      <p:pic>
        <p:nvPicPr>
          <p:cNvPr id="23" name="Marcador de Posição da Imagem 22" descr="Uma pessoa a desenhar num quadro branco">
            <a:extLst>
              <a:ext uri="{FF2B5EF4-FFF2-40B4-BE49-F238E27FC236}">
                <a16:creationId xmlns:a16="http://schemas.microsoft.com/office/drawing/2014/main" id="{2B3C4F95-A0FA-45D9-BF43-1C398F65B89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/>
        </p:blipFill>
        <p:spPr>
          <a:xfrm>
            <a:off x="6083808" y="0"/>
            <a:ext cx="3054096" cy="3776472"/>
          </a:xfrm>
        </p:spPr>
      </p:pic>
      <p:sp>
        <p:nvSpPr>
          <p:cNvPr id="12" name="Marcador de Posição de Conteúdo 11">
            <a:extLst>
              <a:ext uri="{FF2B5EF4-FFF2-40B4-BE49-F238E27FC236}">
                <a16:creationId xmlns:a16="http://schemas.microsoft.com/office/drawing/2014/main" id="{E5127060-CDBF-435F-9009-A5451CCE305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563" y="4508500"/>
            <a:ext cx="6221412" cy="1563688"/>
          </a:xfrm>
          <a:noFill/>
        </p:spPr>
        <p:txBody>
          <a:bodyPr rtlCol="0">
            <a:noAutofit/>
          </a:bodyPr>
          <a:lstStyle/>
          <a:p>
            <a:pPr rtl="0"/>
            <a:r>
              <a:rPr lang="pt-BR" sz="1800" dirty="0"/>
              <a:t>A</a:t>
            </a:r>
            <a:r>
              <a:rPr lang="pt-PT" sz="1800" dirty="0"/>
              <a:t> necessidade de nos reiventarmos vem aumentando com o passar do anos, sistemas inteligentes já fazem parte do nosso dia a dia. Com isso tivemos um desafio, desenvolver um sistema de multi-agente que possar auxiliar a equipe do editorial do IPEA.</a:t>
            </a:r>
          </a:p>
        </p:txBody>
      </p:sp>
    </p:spTree>
    <p:extLst>
      <p:ext uri="{BB962C8B-B14F-4D97-AF65-F5344CB8AC3E}">
        <p14:creationId xmlns:p14="http://schemas.microsoft.com/office/powerpoint/2010/main" val="215888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>
                <a:solidFill>
                  <a:schemeClr val="tx1"/>
                </a:solidFill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</p:grpSp>
      <p:sp useBgFill="1">
        <p:nvSpPr>
          <p:cNvPr id="46" name="Retângulo 45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/>
          </a:p>
        </p:txBody>
      </p:sp>
      <p:pic>
        <p:nvPicPr>
          <p:cNvPr id="8" name="Marcador de Posição da Imagem 7" descr="Fundo Digital com Pontos de Dados">
            <a:extLst>
              <a:ext uri="{FF2B5EF4-FFF2-40B4-BE49-F238E27FC236}">
                <a16:creationId xmlns:a16="http://schemas.microsoft.com/office/drawing/2014/main" id="{5FED7C55-F545-49A1-90FD-D853A25AB45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48" name="Retângulo 47">
            <a:extLst>
              <a:ext uri="{FF2B5EF4-FFF2-40B4-BE49-F238E27FC236}">
                <a16:creationId xmlns:a16="http://schemas.microsoft.com/office/drawing/2014/main" id="{3C64A91D-E535-4C24-A0E3-96A3810E3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/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26FC4867-BA3E-4F8E-AB23-684F34DF3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/>
          </a:p>
        </p:txBody>
      </p:sp>
      <p:sp>
        <p:nvSpPr>
          <p:cNvPr id="15" name="Título 14">
            <a:extLst>
              <a:ext uri="{FF2B5EF4-FFF2-40B4-BE49-F238E27FC236}">
                <a16:creationId xmlns:a16="http://schemas.microsoft.com/office/drawing/2014/main" id="{40F1DF5B-353A-4270-8C10-6A1509441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rtl="0">
              <a:lnSpc>
                <a:spcPct val="100000"/>
              </a:lnSpc>
            </a:pPr>
            <a:r>
              <a:rPr lang="pt-PT" sz="6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Tópico um</a:t>
            </a:r>
          </a:p>
        </p:txBody>
      </p:sp>
      <p:sp>
        <p:nvSpPr>
          <p:cNvPr id="16" name="Subtítulo 15">
            <a:extLst>
              <a:ext uri="{FF2B5EF4-FFF2-40B4-BE49-F238E27FC236}">
                <a16:creationId xmlns:a16="http://schemas.microsoft.com/office/drawing/2014/main" id="{4BDCF583-1D5D-4235-97C2-39272B80A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 vert="horz" wrap="square" lIns="0" tIns="0" rIns="0" bIns="0" rtlCol="0">
            <a:normAutofit/>
          </a:bodyPr>
          <a:lstStyle/>
          <a:p>
            <a:pPr marL="0" indent="0" rtl="0">
              <a:lnSpc>
                <a:spcPct val="100000"/>
              </a:lnSpc>
              <a:buNone/>
            </a:pPr>
            <a:r>
              <a:rPr lang="pt-PT" kern="1200">
                <a:latin typeface="+mn-lt"/>
                <a:ea typeface="+mn-ea"/>
                <a:cs typeface="+mn-cs"/>
              </a:rPr>
              <a:t>Subtítulo</a:t>
            </a:r>
          </a:p>
        </p:txBody>
      </p:sp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2910D835-B454-4270-BB35-86A187307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PT"/>
              <a:t>Terça-feira, 2 de fevereiro de 20XX</a:t>
            </a:r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7F7F653B-90B5-4F47-A33F-93DCB2EF6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1E7D98D-6710-41D2-B258-E1A1059D2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BA1B0FB-D917-4C8C-928F-313BD683BF39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60021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D72D26-24EF-4CBD-9431-A558CB7CA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rtlCol="0"/>
          <a:lstStyle/>
          <a:p>
            <a:pPr rtl="0"/>
            <a:r>
              <a:rPr lang="pt-PT"/>
              <a:t>Linha Cronológica</a:t>
            </a:r>
          </a:p>
        </p:txBody>
      </p:sp>
      <p:graphicFrame>
        <p:nvGraphicFramePr>
          <p:cNvPr id="4" name="Marcador de Posição de Conteúdo 3" descr="Marcador de Posição de Smart Art de Linha Cronológica ">
            <a:extLst>
              <a:ext uri="{FF2B5EF4-FFF2-40B4-BE49-F238E27FC236}">
                <a16:creationId xmlns:a16="http://schemas.microsoft.com/office/drawing/2014/main" id="{93897051-DA8D-4072-A594-51769F8D52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3613938"/>
              </p:ext>
            </p:extLst>
          </p:nvPr>
        </p:nvGraphicFramePr>
        <p:xfrm>
          <a:off x="550863" y="2112963"/>
          <a:ext cx="11090275" cy="39798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81FCAF0A-629F-4EC6-B3E6-563ED999F3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 rtlCol="0"/>
          <a:lstStyle/>
          <a:p>
            <a:pPr rtl="0"/>
            <a:r>
              <a:rPr lang="pt-PT"/>
              <a:t>Terça-feira, 2 de fevereiro de 20XX</a:t>
            </a:r>
            <a:endParaRPr lang="pt-PT" dirty="0"/>
          </a:p>
        </p:txBody>
      </p:sp>
      <p:sp>
        <p:nvSpPr>
          <p:cNvPr id="7" name="Marcador de Posição do Rodapé 6">
            <a:extLst>
              <a:ext uri="{FF2B5EF4-FFF2-40B4-BE49-F238E27FC236}">
                <a16:creationId xmlns:a16="http://schemas.microsoft.com/office/drawing/2014/main" id="{920A7C57-D6C5-4BA0-AB3C-41D4E3436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E5CAC52-3FD1-464A-805A-B8F7AF045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PT" smtClean="0"/>
              <a:pPr rtl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24630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D10F3D66-0109-4903-90B9-66D0E288F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57DAB968-9B52-4EFF-AD39-7657DFEA6E4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62BE440-9634-4380-B142-5DB692420C52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PT"/>
            </a:p>
          </p:txBody>
        </p:sp>
      </p:grpSp>
      <p:sp>
        <p:nvSpPr>
          <p:cNvPr id="7" name="Título 6">
            <a:extLst>
              <a:ext uri="{FF2B5EF4-FFF2-40B4-BE49-F238E27FC236}">
                <a16:creationId xmlns:a16="http://schemas.microsoft.com/office/drawing/2014/main" id="{4B18D636-CC10-4B1E-AA38-419DCCF2D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rtlCol="0">
            <a:normAutofit/>
          </a:bodyPr>
          <a:lstStyle/>
          <a:p>
            <a:pPr rtl="0"/>
            <a:r>
              <a:rPr lang="pt-PT"/>
              <a:t>Conteúdos </a:t>
            </a:r>
          </a:p>
        </p:txBody>
      </p:sp>
      <p:sp>
        <p:nvSpPr>
          <p:cNvPr id="9" name="Marcador de Posição do Texto 8">
            <a:extLst>
              <a:ext uri="{FF2B5EF4-FFF2-40B4-BE49-F238E27FC236}">
                <a16:creationId xmlns:a16="http://schemas.microsoft.com/office/drawing/2014/main" id="{0D098C43-2F2A-4100-89BC-593103929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5437186" cy="535354"/>
          </a:xfrm>
        </p:spPr>
        <p:txBody>
          <a:bodyPr rtlCol="0"/>
          <a:lstStyle/>
          <a:p>
            <a:pPr rtl="0"/>
            <a:r>
              <a:rPr lang="pt-PT"/>
              <a:t>Subtítulo</a:t>
            </a:r>
            <a:endParaRPr lang="pt-PT" dirty="0"/>
          </a:p>
        </p:txBody>
      </p:sp>
      <p:sp>
        <p:nvSpPr>
          <p:cNvPr id="10" name="Marcador de Posição de Conteúdo 9">
            <a:extLst>
              <a:ext uri="{FF2B5EF4-FFF2-40B4-BE49-F238E27FC236}">
                <a16:creationId xmlns:a16="http://schemas.microsoft.com/office/drawing/2014/main" id="{1DB251F7-EBE7-46AC-A920-FFE2C5AF6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427370"/>
            <a:ext cx="5429114" cy="3515555"/>
          </a:xfrm>
        </p:spPr>
        <p:txBody>
          <a:bodyPr rtlCol="0"/>
          <a:lstStyle/>
          <a:p>
            <a:pPr rtl="0"/>
            <a:r>
              <a:rPr lang="pt-PT"/>
              <a:t>Adicione texto, imagens, ilustrações e vídeos. </a:t>
            </a:r>
          </a:p>
          <a:p>
            <a:pPr rtl="0"/>
            <a:r>
              <a:rPr lang="pt-PT"/>
              <a:t>Adicione transições, animações e movimento. </a:t>
            </a:r>
          </a:p>
          <a:p>
            <a:pPr rtl="0"/>
            <a:r>
              <a:rPr lang="pt-PT"/>
              <a:t>Guarde no OneDrive para aceder às suas apresentações a partir do seu computador, tablet ou telemóvel. </a:t>
            </a:r>
          </a:p>
        </p:txBody>
      </p:sp>
      <p:sp>
        <p:nvSpPr>
          <p:cNvPr id="11" name="Marcador de Posição do Texto 10">
            <a:extLst>
              <a:ext uri="{FF2B5EF4-FFF2-40B4-BE49-F238E27FC236}">
                <a16:creationId xmlns:a16="http://schemas.microsoft.com/office/drawing/2014/main" id="{60726BA7-44D6-4116-90E3-38325026EA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731375"/>
            <a:ext cx="5436392" cy="535354"/>
          </a:xfrm>
        </p:spPr>
        <p:txBody>
          <a:bodyPr rtlCol="0"/>
          <a:lstStyle/>
          <a:p>
            <a:pPr rtl="0"/>
            <a:r>
              <a:rPr lang="pt-PT"/>
              <a:t>Subtítulo</a:t>
            </a:r>
          </a:p>
        </p:txBody>
      </p:sp>
      <p:sp>
        <p:nvSpPr>
          <p:cNvPr id="12" name="Marcador de Posição de Conteúdo 11">
            <a:extLst>
              <a:ext uri="{FF2B5EF4-FFF2-40B4-BE49-F238E27FC236}">
                <a16:creationId xmlns:a16="http://schemas.microsoft.com/office/drawing/2014/main" id="{7FB7F30B-2A84-4C44-BC5A-E826ED6E74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427370"/>
            <a:ext cx="5436391" cy="3515555"/>
          </a:xfrm>
        </p:spPr>
        <p:txBody>
          <a:bodyPr rtlCol="0"/>
          <a:lstStyle/>
          <a:p>
            <a:pPr rtl="0"/>
            <a:r>
              <a:rPr lang="pt-PT"/>
              <a:t>Abra o painel Ideias de Estrutura para obter transformações instantâneas de diapositivos. </a:t>
            </a:r>
          </a:p>
          <a:p>
            <a:pPr rtl="0"/>
            <a:r>
              <a:rPr lang="pt-PT"/>
              <a:t>Quando tivermos ideias de estrutura, iremos mostrar-lhas aqui. </a:t>
            </a:r>
          </a:p>
          <a:p>
            <a:pPr rtl="0"/>
            <a:endParaRPr lang="pt-PT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C329F70-04F7-4C70-BCF8-D4371F54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 rtlCol="0"/>
          <a:lstStyle/>
          <a:p>
            <a:pPr rtl="0"/>
            <a:r>
              <a:rPr lang="pt-PT"/>
              <a:t>Terça-feira, 2 de fevereiro de 20XX</a:t>
            </a:r>
            <a:endParaRPr lang="pt-PT" dirty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6A3302E-502D-4151-81C9-5FD6AF959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PT" smtClean="0"/>
              <a:pPr rtl="0"/>
              <a:t>5</a:t>
            </a:fld>
            <a:endParaRPr lang="pt-PT"/>
          </a:p>
        </p:txBody>
      </p:sp>
      <p:sp>
        <p:nvSpPr>
          <p:cNvPr id="22" name="Forma Livre: Forma 21">
            <a:extLst>
              <a:ext uri="{FF2B5EF4-FFF2-40B4-BE49-F238E27FC236}">
                <a16:creationId xmlns:a16="http://schemas.microsoft.com/office/drawing/2014/main" id="{C6F3814E-455F-456B-B1AF-7B993965A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91345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7788B34-4190-4916-9048-47720EA5A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rtlCol="0"/>
          <a:lstStyle/>
          <a:p>
            <a:pPr rtl="0"/>
            <a:r>
              <a:rPr lang="pt-PT"/>
              <a:t>Conteúdo 2 </a:t>
            </a:r>
          </a:p>
        </p:txBody>
      </p:sp>
      <p:sp>
        <p:nvSpPr>
          <p:cNvPr id="8" name="Marcador de Posição do Texto 7">
            <a:extLst>
              <a:ext uri="{FF2B5EF4-FFF2-40B4-BE49-F238E27FC236}">
                <a16:creationId xmlns:a16="http://schemas.microsoft.com/office/drawing/2014/main" id="{ABA415A0-3B77-43FB-A408-5F1DA4B0A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3563936" cy="535354"/>
          </a:xfrm>
        </p:spPr>
        <p:txBody>
          <a:bodyPr rtlCol="0"/>
          <a:lstStyle/>
          <a:p>
            <a:pPr rtl="0"/>
            <a:r>
              <a:rPr lang="pt-PT"/>
              <a:t>Subtítulo</a:t>
            </a:r>
          </a:p>
        </p:txBody>
      </p:sp>
      <p:sp>
        <p:nvSpPr>
          <p:cNvPr id="9" name="Marcador de Posição de Conteúdo 8">
            <a:extLst>
              <a:ext uri="{FF2B5EF4-FFF2-40B4-BE49-F238E27FC236}">
                <a16:creationId xmlns:a16="http://schemas.microsoft.com/office/drawing/2014/main" id="{8598ECEC-4413-4244-8F21-0076EC511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476" y="2432304"/>
            <a:ext cx="3563936" cy="3515555"/>
          </a:xfrm>
        </p:spPr>
        <p:txBody>
          <a:bodyPr rtlCol="0">
            <a:noAutofit/>
          </a:bodyPr>
          <a:lstStyle/>
          <a:p>
            <a:pPr lvl="0" rtl="0"/>
            <a:r>
              <a:rPr lang="pt-PT" sz="1400" dirty="0"/>
              <a:t>Adicione texto, imagens, ilustrações e vídeos. </a:t>
            </a:r>
          </a:p>
          <a:p>
            <a:pPr lvl="0" rtl="0"/>
            <a:r>
              <a:rPr lang="pt-PT" sz="1400" dirty="0"/>
              <a:t>Adicione transições, animações e movimento. </a:t>
            </a:r>
          </a:p>
          <a:p>
            <a:pPr lvl="0" rtl="0"/>
            <a:r>
              <a:rPr lang="pt-PT" sz="1400" dirty="0"/>
              <a:t>Guarde no OneDrive para aceder às suas apresentações a partir do seu computador, tablet ou telemóvel. </a:t>
            </a:r>
          </a:p>
          <a:p>
            <a:pPr rtl="0"/>
            <a:r>
              <a:rPr lang="pt-PT" sz="1400" dirty="0"/>
              <a:t>Abra o painel Ideias de Estrutura para obter transformações instantâneas de diapositivos. </a:t>
            </a:r>
          </a:p>
          <a:p>
            <a:pPr rtl="0"/>
            <a:r>
              <a:rPr lang="pt-PT" sz="1400" dirty="0"/>
              <a:t>Quando tivermos ideias de estrutura, iremos mostrar-lhas aqui. </a:t>
            </a:r>
          </a:p>
          <a:p>
            <a:pPr lvl="0" rtl="0"/>
            <a:endParaRPr lang="pt-PT" sz="1400" dirty="0"/>
          </a:p>
          <a:p>
            <a:pPr rtl="0"/>
            <a:endParaRPr lang="pt-PT" sz="1400" dirty="0"/>
          </a:p>
        </p:txBody>
      </p:sp>
      <p:sp>
        <p:nvSpPr>
          <p:cNvPr id="12" name="Marcador de Posição do Texto 11">
            <a:extLst>
              <a:ext uri="{FF2B5EF4-FFF2-40B4-BE49-F238E27FC236}">
                <a16:creationId xmlns:a16="http://schemas.microsoft.com/office/drawing/2014/main" id="{3A63626D-0E6E-4023-ABFC-A744C98621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1573" y="1731375"/>
            <a:ext cx="3566160" cy="535354"/>
          </a:xfrm>
        </p:spPr>
        <p:txBody>
          <a:bodyPr rtlCol="0"/>
          <a:lstStyle/>
          <a:p>
            <a:pPr rtl="0"/>
            <a:r>
              <a:rPr lang="pt-PT"/>
              <a:t>subtítulo</a:t>
            </a:r>
          </a:p>
        </p:txBody>
      </p:sp>
      <p:sp>
        <p:nvSpPr>
          <p:cNvPr id="13" name="Marcador de Posição de Conteúdo 12">
            <a:extLst>
              <a:ext uri="{FF2B5EF4-FFF2-40B4-BE49-F238E27FC236}">
                <a16:creationId xmlns:a16="http://schemas.microsoft.com/office/drawing/2014/main" id="{258E9390-685C-4BAD-BFAD-EC56E81C47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41573" y="2427370"/>
            <a:ext cx="3508755" cy="3515555"/>
          </a:xfrm>
        </p:spPr>
        <p:txBody>
          <a:bodyPr rtlCol="0">
            <a:noAutofit/>
          </a:bodyPr>
          <a:lstStyle/>
          <a:p>
            <a:pPr lvl="0" rtl="0"/>
            <a:r>
              <a:rPr lang="pt-PT" sz="1400" dirty="0"/>
              <a:t>Adicione texto, imagens, ilustrações e vídeos. </a:t>
            </a:r>
          </a:p>
          <a:p>
            <a:pPr lvl="0" rtl="0"/>
            <a:r>
              <a:rPr lang="pt-PT" sz="1400" dirty="0"/>
              <a:t>Adicione transições, animações e movimento. </a:t>
            </a:r>
          </a:p>
          <a:p>
            <a:pPr lvl="0" rtl="0"/>
            <a:r>
              <a:rPr lang="pt-PT" sz="1400" dirty="0"/>
              <a:t>Guarde no OneDrive para aceder às suas apresentações a partir do seu computador, tablet ou telemóvel. </a:t>
            </a:r>
          </a:p>
          <a:p>
            <a:pPr rtl="0"/>
            <a:r>
              <a:rPr lang="pt-PT" sz="1400" dirty="0"/>
              <a:t>Abra o painel Ideias de Estrutura para obter transformações instantâneas de diapositivos. </a:t>
            </a:r>
          </a:p>
          <a:p>
            <a:pPr rtl="0"/>
            <a:r>
              <a:rPr lang="pt-PT" sz="1400" dirty="0"/>
              <a:t>Quando tivermos ideias de estrutura, iremos mostrar-lhas aqui.</a:t>
            </a:r>
          </a:p>
        </p:txBody>
      </p:sp>
      <p:sp>
        <p:nvSpPr>
          <p:cNvPr id="10" name="Marcador de Posição do Texto 9">
            <a:extLst>
              <a:ext uri="{FF2B5EF4-FFF2-40B4-BE49-F238E27FC236}">
                <a16:creationId xmlns:a16="http://schemas.microsoft.com/office/drawing/2014/main" id="{34A9BC34-CFDB-4D7A-8D6C-1CE608D090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139659" y="1731375"/>
            <a:ext cx="3566160" cy="535354"/>
          </a:xfrm>
        </p:spPr>
        <p:txBody>
          <a:bodyPr rtlCol="0"/>
          <a:lstStyle/>
          <a:p>
            <a:pPr rtl="0"/>
            <a:r>
              <a:rPr lang="pt-PT"/>
              <a:t>subtítulo</a:t>
            </a:r>
            <a:endParaRPr lang="pt-PT" dirty="0"/>
          </a:p>
        </p:txBody>
      </p:sp>
      <p:sp>
        <p:nvSpPr>
          <p:cNvPr id="11" name="Marcador de Posição de Conteúdo 10">
            <a:extLst>
              <a:ext uri="{FF2B5EF4-FFF2-40B4-BE49-F238E27FC236}">
                <a16:creationId xmlns:a16="http://schemas.microsoft.com/office/drawing/2014/main" id="{1D014E48-5DD9-49CE-AD5B-0FEF69204F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39659" y="2427370"/>
            <a:ext cx="3508755" cy="3515555"/>
          </a:xfrm>
        </p:spPr>
        <p:txBody>
          <a:bodyPr rtlCol="0">
            <a:noAutofit/>
          </a:bodyPr>
          <a:lstStyle/>
          <a:p>
            <a:pPr lvl="0" rtl="0"/>
            <a:r>
              <a:rPr lang="pt-PT" sz="1400" dirty="0"/>
              <a:t>Adicione texto, imagens, ilustrações e vídeos. </a:t>
            </a:r>
          </a:p>
          <a:p>
            <a:pPr lvl="0" rtl="0"/>
            <a:r>
              <a:rPr lang="pt-PT" sz="1400" dirty="0"/>
              <a:t>Adicione transições, animações e movimento. </a:t>
            </a:r>
          </a:p>
          <a:p>
            <a:pPr lvl="0" rtl="0"/>
            <a:r>
              <a:rPr lang="pt-PT" sz="1400" dirty="0"/>
              <a:t>Guarde no OneDrive para aceder às suas apresentações a partir do seu computador, tablet ou telemóvel. </a:t>
            </a:r>
          </a:p>
          <a:p>
            <a:pPr rtl="0"/>
            <a:r>
              <a:rPr lang="pt-PT" sz="1400" dirty="0"/>
              <a:t>Abra o painel Ideias de Estrutura para obter transformações instantâneas de diapositivos. </a:t>
            </a:r>
          </a:p>
          <a:p>
            <a:pPr rtl="0"/>
            <a:r>
              <a:rPr lang="pt-PT" sz="1400" dirty="0"/>
              <a:t>Quando tivermos ideias de estrutura, iremos mostrar-lhas aqui.</a:t>
            </a:r>
          </a:p>
        </p:txBody>
      </p:sp>
      <p:sp>
        <p:nvSpPr>
          <p:cNvPr id="14" name="Marcador de Posição da Data 13">
            <a:extLst>
              <a:ext uri="{FF2B5EF4-FFF2-40B4-BE49-F238E27FC236}">
                <a16:creationId xmlns:a16="http://schemas.microsoft.com/office/drawing/2014/main" id="{D236478C-E242-44E0-8357-C72C9B588C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 rtlCol="0"/>
          <a:lstStyle/>
          <a:p>
            <a:pPr rtl="0"/>
            <a:r>
              <a:rPr lang="pt-PT"/>
              <a:t>Terça-feira, 2 de fevereiro de 20XX</a:t>
            </a:r>
            <a:endParaRPr lang="pt-PT" dirty="0"/>
          </a:p>
        </p:txBody>
      </p:sp>
      <p:sp>
        <p:nvSpPr>
          <p:cNvPr id="15" name="Marcador de Posição do Rodapé 14">
            <a:extLst>
              <a:ext uri="{FF2B5EF4-FFF2-40B4-BE49-F238E27FC236}">
                <a16:creationId xmlns:a16="http://schemas.microsoft.com/office/drawing/2014/main" id="{65A6DC02-681E-4AF7-AC6E-57CDDB2FB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16" name="Marcador de Posição do Número do Diapositivo 15">
            <a:extLst>
              <a:ext uri="{FF2B5EF4-FFF2-40B4-BE49-F238E27FC236}">
                <a16:creationId xmlns:a16="http://schemas.microsoft.com/office/drawing/2014/main" id="{CF0A8666-4477-461C-A79D-E91232EE9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PT" smtClean="0"/>
              <a:pPr rtl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0547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581E8936-2270-47FE-94A4-398CB123E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8500"/>
            <a:ext cx="4500562" cy="1562959"/>
          </a:xfrm>
        </p:spPr>
        <p:txBody>
          <a:bodyPr rtlCol="0"/>
          <a:lstStyle/>
          <a:p>
            <a:pPr rtl="0"/>
            <a:r>
              <a:rPr lang="pt-PT"/>
              <a:t>Resumo</a:t>
            </a:r>
          </a:p>
        </p:txBody>
      </p:sp>
      <p:pic>
        <p:nvPicPr>
          <p:cNvPr id="16" name="Marcador de Posição da Imagem 15" descr="Fundo Digital com Pontos de Dados">
            <a:extLst>
              <a:ext uri="{FF2B5EF4-FFF2-40B4-BE49-F238E27FC236}">
                <a16:creationId xmlns:a16="http://schemas.microsoft.com/office/drawing/2014/main" id="{361E9ADB-7377-4CF1-9AE4-AEFBDEBEEEE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3776472"/>
          </a:xfrm>
        </p:spPr>
      </p:pic>
      <p:sp>
        <p:nvSpPr>
          <p:cNvPr id="13" name="Marcador de Posição de Conteúdo 12">
            <a:extLst>
              <a:ext uri="{FF2B5EF4-FFF2-40B4-BE49-F238E27FC236}">
                <a16:creationId xmlns:a16="http://schemas.microsoft.com/office/drawing/2014/main" id="{C0287FEC-3826-4868-8D93-52429C6156F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/>
          <a:p>
            <a:pPr rtl="0"/>
            <a:r>
              <a:rPr lang="pt-PT" sz="1800" dirty="0"/>
              <a:t>Com o PowerPoint, pode criar apresentações e partilhar o seu trabalho com outras pessoas, onde quer que estejam. Para começar, escreva aqui o texto que pretende. Também pode adicionar imagens, ilustrações e vídeos neste modelo. Guarde no OneDrive e aceda às suas apresentações a partir do seu computador, tablet ou telemóvel. 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C329F70-04F7-4C70-BCF8-D4371F54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 rtlCol="0"/>
          <a:lstStyle/>
          <a:p>
            <a:pPr rtl="0"/>
            <a:r>
              <a:rPr lang="pt-PT"/>
              <a:t>Terça-feira, 2 de fevereiro de 20XX</a:t>
            </a:r>
            <a:endParaRPr lang="pt-PT" dirty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6A3302E-502D-4151-81C9-5FD6AF959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PT" smtClean="0"/>
              <a:pPr rtl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21561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ítulo 21">
            <a:extLst>
              <a:ext uri="{FF2B5EF4-FFF2-40B4-BE49-F238E27FC236}">
                <a16:creationId xmlns:a16="http://schemas.microsoft.com/office/drawing/2014/main" id="{F8FAEED9-1ECD-45F9-87A0-9394BAEAB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/>
          <a:lstStyle/>
          <a:p>
            <a:pPr rtl="0"/>
            <a:r>
              <a:rPr lang="pt-PT"/>
              <a:t>Obrigado</a:t>
            </a:r>
          </a:p>
        </p:txBody>
      </p:sp>
      <p:sp>
        <p:nvSpPr>
          <p:cNvPr id="23" name="Subtítulo 22">
            <a:extLst>
              <a:ext uri="{FF2B5EF4-FFF2-40B4-BE49-F238E27FC236}">
                <a16:creationId xmlns:a16="http://schemas.microsoft.com/office/drawing/2014/main" id="{8E5E4638-9BCB-4C2E-914F-CC868E2020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 rtlCol="0"/>
          <a:lstStyle/>
          <a:p>
            <a:pPr rtl="0"/>
            <a:r>
              <a:rPr lang="pt-PT"/>
              <a:t>Nome do orador</a:t>
            </a:r>
          </a:p>
          <a:p>
            <a:pPr rtl="0"/>
            <a:r>
              <a:rPr lang="pt-PT"/>
              <a:t>Endereço de e-mail</a:t>
            </a:r>
          </a:p>
          <a:p>
            <a:pPr rtl="0"/>
            <a:r>
              <a:rPr lang="pt-PT"/>
              <a:t>Endereço do Site</a:t>
            </a:r>
          </a:p>
        </p:txBody>
      </p:sp>
      <p:pic>
        <p:nvPicPr>
          <p:cNvPr id="27" name="Marcador de Posição da Imagem 26" descr="Fundo Digital com Pontos de Dados">
            <a:extLst>
              <a:ext uri="{FF2B5EF4-FFF2-40B4-BE49-F238E27FC236}">
                <a16:creationId xmlns:a16="http://schemas.microsoft.com/office/drawing/2014/main" id="{9E660784-34E2-4CDA-926A-DDD6AAF3504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6248" y="548640"/>
            <a:ext cx="5084064" cy="2880360"/>
          </a:xfrm>
        </p:spPr>
      </p:pic>
      <p:pic>
        <p:nvPicPr>
          <p:cNvPr id="33" name="Marcador de Posição da Imagem 32" descr="Fundo Digital com Pontos de Dados">
            <a:extLst>
              <a:ext uri="{FF2B5EF4-FFF2-40B4-BE49-F238E27FC236}">
                <a16:creationId xmlns:a16="http://schemas.microsoft.com/office/drawing/2014/main" id="{48106962-23C6-4DFE-BB3A-E5FFF03F38CE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6248" y="3429000"/>
            <a:ext cx="5084064" cy="2880360"/>
          </a:xfrm>
        </p:spPr>
      </p:pic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823E305-6365-4345-8BD1-4A31C61D96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 rtlCol="0"/>
          <a:lstStyle/>
          <a:p>
            <a:pPr rtl="0"/>
            <a:r>
              <a:rPr lang="pt-PT"/>
              <a:t>Terça-feira, 2 de fevereiro de 20XX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B37A3FF-ED32-4C4A-A21F-848A3BF6F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pt-PT"/>
              <a:t>Texto de Rodapé de Exemplo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6E60F23-FB58-4EF8-82FD-E86CED25F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PT" smtClean="0"/>
              <a:pPr rtl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47798845"/>
      </p:ext>
    </p:extLst>
  </p:cSld>
  <p:clrMapOvr>
    <a:masterClrMapping/>
  </p:clrMapOvr>
</p:sld>
</file>

<file path=ppt/theme/theme1.xml><?xml version="1.0" encoding="utf-8"?>
<a:theme xmlns:a="http://schemas.openxmlformats.org/drawingml/2006/main" name="3DFlutuante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74514553.tgt.Office_50301373_TF33713516_Win32_OJ112196127.potx" id="{9ECCF92E-9E19-439F-A6B8-9ED18F9821B1}" vid="{432D6865-D7AE-43A6-8BE6-0832ED77F170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E4876F9-7AE1-498D-B8FE-1E3AD703D2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0811A92-D464-4AC4-A396-BA73B10CEEA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04751AB-E840-446F-8D49-E697067EC88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{90CF0258-2ADB-475D-BF83-5F816D1A5BA6}TF7eddf224-c89c-478f-8f2f-bfb08689216929dab178_win32-bf04c1025952</Template>
  <TotalTime>1288</TotalTime>
  <Words>599</Words>
  <Application>Microsoft Office PowerPoint</Application>
  <PresentationFormat>Widescreen</PresentationFormat>
  <Paragraphs>87</Paragraphs>
  <Slides>8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Arial</vt:lpstr>
      <vt:lpstr>Calibri</vt:lpstr>
      <vt:lpstr>Gill Sans MT</vt:lpstr>
      <vt:lpstr>Symbol</vt:lpstr>
      <vt:lpstr>Walbaum Display</vt:lpstr>
      <vt:lpstr>3DFlutuanteVTI</vt:lpstr>
      <vt:lpstr>CGDTI-IA</vt:lpstr>
      <vt:lpstr>Introdução</vt:lpstr>
      <vt:lpstr>Tópico um</vt:lpstr>
      <vt:lpstr>Linha Cronológica</vt:lpstr>
      <vt:lpstr>Conteúdos </vt:lpstr>
      <vt:lpstr>Conteúdo 2 </vt:lpstr>
      <vt:lpstr>Resumo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jefferson silva dos anjos</dc:creator>
  <cp:lastModifiedBy>jefferson silva dos anjos</cp:lastModifiedBy>
  <cp:revision>1</cp:revision>
  <dcterms:created xsi:type="dcterms:W3CDTF">2026-04-23T03:04:45Z</dcterms:created>
  <dcterms:modified xsi:type="dcterms:W3CDTF">2026-04-24T00:32:46Z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