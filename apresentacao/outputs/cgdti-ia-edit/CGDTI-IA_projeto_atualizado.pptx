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7032e984e844f7" /><Relationship Type="http://schemas.openxmlformats.org/officeDocument/2006/relationships/extended-properties" Target="/docProps/app.xml" Id="Rb2df1a11e9e54d12" /><Relationship Type="http://schemas.openxmlformats.org/officeDocument/2006/relationships/officeDocument" Target="/ppt/presentation.xml" Id="R19de5cd7f5e34c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9fc0ad27524193"/>
  </p:sldMasterIdLst>
  <p:notesMasterIdLst>
    <p:notesMasterId xmlns:r="http://schemas.openxmlformats.org/officeDocument/2006/relationships" r:id="R2715bae5d39f40a1"/>
  </p:notesMasterIdLst>
  <p:sldIdLst>
    <p:sldId xmlns:r="http://schemas.openxmlformats.org/officeDocument/2006/relationships" id="256" r:id="R97df358763a34260"/>
    <p:sldId xmlns:r="http://schemas.openxmlformats.org/officeDocument/2006/relationships" id="257" r:id="R191f3beb060c41a4"/>
    <p:sldId xmlns:r="http://schemas.openxmlformats.org/officeDocument/2006/relationships" id="258" r:id="R4276233af8954574"/>
    <p:sldId xmlns:r="http://schemas.openxmlformats.org/officeDocument/2006/relationships" id="259" r:id="R90ff3c6a12824716"/>
    <p:sldId xmlns:r="http://schemas.openxmlformats.org/officeDocument/2006/relationships" id="260" r:id="Rb8a67e07eb9d4c6e"/>
    <p:sldId xmlns:r="http://schemas.openxmlformats.org/officeDocument/2006/relationships" id="261" r:id="R62559f6b84eb4365"/>
    <p:sldId xmlns:r="http://schemas.openxmlformats.org/officeDocument/2006/relationships" id="262" r:id="R0ee0fa04abb943fe"/>
    <p:sldId xmlns:r="http://schemas.openxmlformats.org/officeDocument/2006/relationships" id="263" r:id="Reaa15f8c90b148a1"/>
    <p:sldId xmlns:r="http://schemas.openxmlformats.org/officeDocument/2006/relationships" id="264" r:id="R65a4f045f0d641b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9fc0ad27524193" /><Relationship Type="http://schemas.openxmlformats.org/officeDocument/2006/relationships/theme" Target="/ppt/theme/theme1.xml" Id="Rce6b87c379474f68" /><Relationship Type="http://schemas.openxmlformats.org/officeDocument/2006/relationships/notesMaster" Target="/ppt/notesMasters/notesMaster1.xml" Id="R2715bae5d39f40a1" /><Relationship Type="http://schemas.openxmlformats.org/officeDocument/2006/relationships/presProps" Target="/ppt/presProps.xml" Id="R15acd576772642d8" /><Relationship Type="http://schemas.openxmlformats.org/officeDocument/2006/relationships/viewProps" Target="/ppt/viewProps.xml" Id="Ra1092a6f709b4370" /><Relationship Type="http://schemas.openxmlformats.org/officeDocument/2006/relationships/tableStyles" Target="/ppt/tableStyles.xml" Id="R1bd6e4ed6d3f4444" /><Relationship Type="http://schemas.openxmlformats.org/officeDocument/2006/relationships/slide" Target="/ppt/slides/slide1.xml" Id="R97df358763a34260" /><Relationship Type="http://schemas.openxmlformats.org/officeDocument/2006/relationships/slide" Target="/ppt/slides/slide2.xml" Id="R191f3beb060c41a4" /><Relationship Type="http://schemas.openxmlformats.org/officeDocument/2006/relationships/slide" Target="/ppt/slides/slide3.xml" Id="R4276233af8954574" /><Relationship Type="http://schemas.openxmlformats.org/officeDocument/2006/relationships/slide" Target="/ppt/slides/slide4.xml" Id="R90ff3c6a12824716" /><Relationship Type="http://schemas.openxmlformats.org/officeDocument/2006/relationships/slide" Target="/ppt/slides/slide5.xml" Id="Rb8a67e07eb9d4c6e" /><Relationship Type="http://schemas.openxmlformats.org/officeDocument/2006/relationships/slide" Target="/ppt/slides/slide6.xml" Id="R62559f6b84eb4365" /><Relationship Type="http://schemas.openxmlformats.org/officeDocument/2006/relationships/slide" Target="/ppt/slides/slide7.xml" Id="R0ee0fa04abb943fe" /><Relationship Type="http://schemas.openxmlformats.org/officeDocument/2006/relationships/slide" Target="/ppt/slides/slide8.xml" Id="Reaa15f8c90b148a1" /><Relationship Type="http://schemas.openxmlformats.org/officeDocument/2006/relationships/slide" Target="/ppt/slides/slide9.xml" Id="R65a4f045f0d641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cbf6338b18347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Float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loa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281c16bcab4814" /><Relationship Type="http://schemas.openxmlformats.org/officeDocument/2006/relationships/notesMaster" Target="/ppt/notesMasters/notesMaster1.xml" Id="R3d54fbd885a94e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ed0633dfcc41fa" /><Relationship Type="http://schemas.openxmlformats.org/officeDocument/2006/relationships/notesMaster" Target="/ppt/notesMasters/notesMaster1.xml" Id="Rf3941623529741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7f321306df4299" /><Relationship Type="http://schemas.openxmlformats.org/officeDocument/2006/relationships/notesMaster" Target="/ppt/notesMasters/notesMaster1.xml" Id="Rd87600d5aaf547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45389bb90e49bd" /><Relationship Type="http://schemas.openxmlformats.org/officeDocument/2006/relationships/notesMaster" Target="/ppt/notesMasters/notesMaster1.xml" Id="R1a369dce53e44c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7b642b162040c2" /><Relationship Type="http://schemas.openxmlformats.org/officeDocument/2006/relationships/notesMaster" Target="/ppt/notesMasters/notesMaster1.xml" Id="R1fbc2cc401c24f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ec98078e5a4808" /><Relationship Type="http://schemas.openxmlformats.org/officeDocument/2006/relationships/notesMaster" Target="/ppt/notesMasters/notesMaster1.xml" Id="R17664e4e2c7f44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24ff6f2f854c0c" /><Relationship Type="http://schemas.openxmlformats.org/officeDocument/2006/relationships/notesMaster" Target="/ppt/notesMasters/notesMaster1.xml" Id="R832870ca86e744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f26966fa6f47da" /><Relationship Type="http://schemas.openxmlformats.org/officeDocument/2006/relationships/notesMaster" Target="/ppt/notesMasters/notesMaster1.xml" Id="Ra86725f129dd42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9eab94c49d4148" /><Relationship Type="http://schemas.openxmlformats.org/officeDocument/2006/relationships/notesMaster" Target="/ppt/notesMasters/notesMaster1.xml" Id="Rd80b8cdcb63a4a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9008c1d1754e6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6d322690d743c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793f976f9d468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dc8d2e7ed847a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bd04b22a8d4af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ee31ba5893452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802462ae1445a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370275547245f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8b5dae4a5b415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d75c12eea2447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d0bb513a3b49a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c97391189745b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e80e9955354fa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4388db32e84fde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aba82a25854236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125d85c6e840f6" /></Relationships>
</file>

<file path=ppt/slideLayouts/slideLayout2.xml><?xml version="1.0" encoding="utf-8"?>
<p:sldLayout xmlns:p="http://schemas.openxmlformats.org/presentationml/2006/main">
  <p:cSld name="1_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Marcador de Posição da Imagem 13">
            <a:extLst xmlns:a="http://schemas.openxmlformats.org/drawingml/2006/main">
              <a:ext uri="{FF2B5EF4-FFF2-40B4-BE49-F238E27FC236}">
                <a16:creationId xmlns:a16="http://schemas.microsoft.com/office/drawing/2014/main" id="{967766A8-18D5-4391-8DB7-7BFF6427636C}"/>
              </a:ext>
            </a:extLst>
          </p:cNvPr>
          <p:cNvSpPr/>
          <p:nvPr>
            <p:ph type="pic" idx="13"/>
          </p:nvPr>
        </p:nvSpPr>
        <p:spPr>
          <a:xfrm xmlns:a="http://schemas.openxmlformats.org/drawingml/2006/main">
            <a:off x="0" y="0"/>
            <a:ext cx="7452360" cy="6858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Marcador de Posição do Texto 2">
            <a:extLst xmlns:a="http://schemas.openxmlformats.org/drawingml/2006/main">
              <a:ext uri="{FF2B5EF4-FFF2-40B4-BE49-F238E27FC236}">
                <a16:creationId xmlns:a16="http://schemas.microsoft.com/office/drawing/2014/main" id="{5B16EB97-6E8A-4B50-8701-7CB158044DCA}"/>
              </a:ext>
            </a:extLst>
          </p:cNvPr>
          <p:cNvSpPr/>
          <p:nvPr>
            <p:ph type="body" idx="14"/>
          </p:nvPr>
        </p:nvSpPr>
        <p:spPr>
          <a:xfrm xmlns:a="http://schemas.openxmlformats.org/drawingml/2006/main">
            <a:off x="7999413" y="3568700"/>
            <a:ext cx="3565524" cy="173196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2000"/>
            </a:lvl2pPr>
            <a:lvl3pPr>
              <a:buNone/>
              <a:defRPr sz="2000"/>
            </a:lvl3pPr>
            <a:lvl4pPr>
              <a:buNone/>
              <a:defRPr sz="2000"/>
            </a:lvl4pPr>
            <a:lvl5pPr>
              <a:buNone/>
              <a:defRPr sz="2000"/>
            </a:lvl5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11_Conteúdo em 3 coluna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ítulo 1">
            <a:extLst xmlns:a="http://schemas.openxmlformats.org/drawingml/2006/main">
              <a:ext uri="{FF2B5EF4-FFF2-40B4-BE49-F238E27FC236}">
                <a16:creationId xmlns:a16="http://schemas.microsoft.com/office/drawing/2014/main" id="{EBCCE83C-72C8-4181-8D03-7CFB23A6FF2D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0862" y="549275"/>
            <a:ext cx="11097551" cy="1332000"/>
          </a:xfr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>
              <a:buNone/>
              <a:defRPr sz="4800"/>
            </a:lvl1pPr>
          </a:lstStyle>
          <a:p xmlns:a="http://schemas.openxmlformats.org/drawingml/2006/main"/>
        </p:txBody>
      </p:sp>
      <p:sp>
        <p:nvSpPr>
          <p:cNvPr id="16" name="Marcador de Posição do Texto 2">
            <a:extLst xmlns:a="http://schemas.openxmlformats.org/drawingml/2006/main">
              <a:ext uri="{FF2B5EF4-FFF2-40B4-BE49-F238E27FC236}">
                <a16:creationId xmlns:a16="http://schemas.microsoft.com/office/drawing/2014/main" id="{C6FCDFCC-38D1-43A4-918F-491DBA6B2CF6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550864" y="1731375"/>
            <a:ext cx="3563936" cy="535354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000" b="0" spc="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22" name="Marcador de Posição do Texto 4">
            <a:extLst xmlns:a="http://schemas.openxmlformats.org/drawingml/2006/main">
              <a:ext uri="{FF2B5EF4-FFF2-40B4-BE49-F238E27FC236}">
                <a16:creationId xmlns:a16="http://schemas.microsoft.com/office/drawing/2014/main" id="{AB16E493-D962-46EC-BBB8-D7E68A640438}"/>
              </a:ext>
            </a:extLst>
          </p:cNvPr>
          <p:cNvSpPr/>
          <p:nvPr>
            <p:ph type="body" idx="13"/>
          </p:nvPr>
        </p:nvSpPr>
        <p:spPr>
          <a:xfrm xmlns:a="http://schemas.openxmlformats.org/drawingml/2006/main">
            <a:off x="4341573" y="1731375"/>
            <a:ext cx="3566160" cy="535354"/>
          </a:xfrm>
        </p:spPr>
        <p:txBody>
          <a:bodyPr xmlns:a="http://schemas.openxmlformats.org/drawingml/2006/main" vert="horz" wrap="square" lIns="0" tIns="0" rIns="0" bIns="0" anchor="b">
            <a:noAutofit/>
          </a:bodyPr>
          <a:lstStyle xmlns:a="http://schemas.openxmlformats.org/drawingml/2006/main">
            <a:lvl1pPr>
              <a:buNone/>
              <a:defRPr sz="2000" b="0" spc="2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Marcador de Posição do Texto 4">
            <a:extLst xmlns:a="http://schemas.openxmlformats.org/drawingml/2006/main">
              <a:ext uri="{FF2B5EF4-FFF2-40B4-BE49-F238E27FC236}">
                <a16:creationId xmlns:a16="http://schemas.microsoft.com/office/drawing/2014/main" id="{C17092A6-D0E6-4EF2-B3B8-AE35438D4D77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8139659" y="1731375"/>
            <a:ext cx="3566160" cy="535354"/>
          </a:xfrm>
        </p:spPr>
        <p:txBody>
          <a:bodyPr xmlns:a="http://schemas.openxmlformats.org/drawingml/2006/main" vert="horz" wrap="square" lIns="0" tIns="0" rIns="0" bIns="0" anchor="b">
            <a:noAutofit/>
          </a:bodyPr>
          <a:lstStyle xmlns:a="http://schemas.openxmlformats.org/drawingml/2006/main">
            <a:lvl1pPr>
              <a:buNone/>
              <a:defRPr sz="2000" b="0" spc="2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Marcador de Posição da Data 3">
            <a:extLst xmlns:a="http://schemas.openxmlformats.org/drawingml/2006/main"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Marcador de Posição do Rodapé 4">
            <a:extLst xmlns:a="http://schemas.openxmlformats.org/drawingml/2006/main"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3_Introduçã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ítulo 1">
            <a:extLst xmlns:a="http://schemas.openxmlformats.org/drawingml/2006/main">
              <a:ext uri="{FF2B5EF4-FFF2-40B4-BE49-F238E27FC236}">
                <a16:creationId xmlns:a16="http://schemas.microsoft.com/office/drawing/2014/main" id="{A458B3A1-C77D-4AFC-B2C8-79520B53C45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0863" y="4507200"/>
            <a:ext cx="4500562" cy="1562959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" name="Marcador de Posição da Imagem 11">
            <a:extLst xmlns:a="http://schemas.openxmlformats.org/drawingml/2006/main">
              <a:ext uri="{FF2B5EF4-FFF2-40B4-BE49-F238E27FC236}">
                <a16:creationId xmlns:a16="http://schemas.microsoft.com/office/drawing/2014/main" id="{F551DA26-B267-4F28-B4D0-65B3EF6E1112}"/>
              </a:ext>
            </a:extLst>
          </p:cNvPr>
          <p:cNvSpPr/>
          <p:nvPr>
            <p:ph type="pic" idx="13"/>
          </p:nvPr>
        </p:nvSpPr>
        <p:spPr>
          <a:xfrm xmlns:a="http://schemas.openxmlformats.org/drawingml/2006/main">
            <a:off x="0" y="0"/>
            <a:ext cx="3054096" cy="377647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8" name="Marcador de Posição da Imagem 11">
            <a:extLst xmlns:a="http://schemas.openxmlformats.org/drawingml/2006/main">
              <a:ext uri="{FF2B5EF4-FFF2-40B4-BE49-F238E27FC236}">
                <a16:creationId xmlns:a16="http://schemas.microsoft.com/office/drawing/2014/main" id="{95544A62-DA23-4840-99DE-09AFC8F4DC48}"/>
              </a:ext>
            </a:extLst>
          </p:cNvPr>
          <p:cNvSpPr/>
          <p:nvPr>
            <p:ph type="pic" idx="14"/>
          </p:nvPr>
        </p:nvSpPr>
        <p:spPr>
          <a:xfrm xmlns:a="http://schemas.openxmlformats.org/drawingml/2006/main">
            <a:off x="3054096" y="0"/>
            <a:ext cx="3054096" cy="377647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9" name="Marcador de Posição da Imagem 11">
            <a:extLst xmlns:a="http://schemas.openxmlformats.org/drawingml/2006/main">
              <a:ext uri="{FF2B5EF4-FFF2-40B4-BE49-F238E27FC236}">
                <a16:creationId xmlns:a16="http://schemas.microsoft.com/office/drawing/2014/main" id="{0C91AF30-C5BB-4601-BDEB-E60C93A16933}"/>
              </a:ext>
            </a:extLst>
          </p:cNvPr>
          <p:cNvSpPr/>
          <p:nvPr>
            <p:ph type="pic" idx="15"/>
          </p:nvPr>
        </p:nvSpPr>
        <p:spPr>
          <a:xfrm xmlns:a="http://schemas.openxmlformats.org/drawingml/2006/main">
            <a:off x="6083808" y="0"/>
            <a:ext cx="3054096" cy="377647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0" name="Marcador de Posição da Imagem 11">
            <a:extLst xmlns:a="http://schemas.openxmlformats.org/drawingml/2006/main">
              <a:ext uri="{FF2B5EF4-FFF2-40B4-BE49-F238E27FC236}">
                <a16:creationId xmlns:a16="http://schemas.microsoft.com/office/drawing/2014/main" id="{5B625AA5-EA5B-4115-A461-DA2C7087D83E}"/>
              </a:ext>
            </a:extLst>
          </p:cNvPr>
          <p:cNvSpPr/>
          <p:nvPr>
            <p:ph type="pic" idx="16"/>
          </p:nvPr>
        </p:nvSpPr>
        <p:spPr>
          <a:xfrm xmlns:a="http://schemas.openxmlformats.org/drawingml/2006/main">
            <a:off x="9137904" y="0"/>
            <a:ext cx="3054096" cy="377647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" name="Marcador de Posição da Data 1">
            <a:extLst xmlns:a="http://schemas.openxmlformats.org/drawingml/2006/main"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Marcador de Posição do Rodapé 2">
            <a:extLst xmlns:a="http://schemas.openxmlformats.org/drawingml/2006/main"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Tx">
  <p:cSld name="Conteúdo com Le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0863" y="549275"/>
            <a:ext cx="11090275" cy="98488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4" name="Marcador de Posição do Texto 3">
            <a:extLst xmlns:a="http://schemas.openxmlformats.org/drawingml/2006/main"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550863" y="1750060"/>
            <a:ext cx="3565525" cy="43427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Marcador de Posição da Data 4">
            <a:extLst xmlns:a="http://schemas.openxmlformats.org/drawingml/2006/main"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" name="Marcador de Posição do Rodapé 5">
            <a:extLst xmlns:a="http://schemas.openxmlformats.org/drawingml/2006/main"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Em br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rcador de Posição da Data 1">
            <a:extLst xmlns:a="http://schemas.openxmlformats.org/drawingml/2006/main"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Marcador de Posição do Rodapé 2">
            <a:extLst xmlns:a="http://schemas.openxmlformats.org/drawingml/2006/main"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">
  <p:cSld name="Diapositivo de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Marcador de Posição da Data 3">
            <a:extLst xmlns:a="http://schemas.openxmlformats.org/drawingml/2006/main"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Marcador de Posição do Rodapé 4">
            <a:extLst xmlns:a="http://schemas.openxmlformats.org/drawingml/2006/main"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twoObj">
  <p:cSld name="Conteúdo Dup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0863" y="549275"/>
            <a:ext cx="11090274" cy="1332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/>
            </a:lvl1pPr>
          </a:lstStyle>
          <a:p xmlns:a="http://schemas.openxmlformats.org/drawingml/2006/main"/>
        </p:txBody>
      </p:sp>
      <p:sp>
        <p:nvSpPr>
          <p:cNvPr id="5" name="Marcador de Posição da Data 4">
            <a:extLst xmlns:a="http://schemas.openxmlformats.org/drawingml/2006/main"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" name="Marcador de Posição do Rodapé 5">
            <a:extLst xmlns:a="http://schemas.openxmlformats.org/drawingml/2006/main"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>
  <p:cSld name="8_Equip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Marcador de Posição da Imagem 55">
            <a:extLst xmlns:a="http://schemas.openxmlformats.org/drawingml/2006/main">
              <a:ext uri="{FF2B5EF4-FFF2-40B4-BE49-F238E27FC236}">
                <a16:creationId xmlns:a16="http://schemas.microsoft.com/office/drawing/2014/main" id="{8F41896B-6DDA-4F82-9F74-3EBF93A3CD58}"/>
              </a:ext>
            </a:extLst>
          </p:cNvPr>
          <p:cNvSpPr/>
          <p:nvPr>
            <p:ph type="pic" idx="13"/>
          </p:nvPr>
        </p:nvSpPr>
        <p:spPr>
          <a:xfrm xmlns:a="http://schemas.openxmlformats.org/drawingml/2006/main">
            <a:off x="1078992" y="1990724"/>
            <a:ext cx="1691640" cy="143560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7" name="Marcador de Posição da Imagem 55">
            <a:extLst xmlns:a="http://schemas.openxmlformats.org/drawingml/2006/main">
              <a:ext uri="{FF2B5EF4-FFF2-40B4-BE49-F238E27FC236}">
                <a16:creationId xmlns:a16="http://schemas.microsoft.com/office/drawing/2014/main" id="{EF85499B-C29A-4C8B-922C-7CE4771E352C}"/>
              </a:ext>
            </a:extLst>
          </p:cNvPr>
          <p:cNvSpPr/>
          <p:nvPr>
            <p:ph type="pic" idx="14"/>
          </p:nvPr>
        </p:nvSpPr>
        <p:spPr>
          <a:xfrm xmlns:a="http://schemas.openxmlformats.org/drawingml/2006/main">
            <a:off x="3838384" y="1990724"/>
            <a:ext cx="1691640" cy="143560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8" name="Marcador de Posição da Imagem 55">
            <a:extLst xmlns:a="http://schemas.openxmlformats.org/drawingml/2006/main">
              <a:ext uri="{FF2B5EF4-FFF2-40B4-BE49-F238E27FC236}">
                <a16:creationId xmlns:a16="http://schemas.microsoft.com/office/drawing/2014/main" id="{F82A1DB8-0AE7-4E17-B07B-FCF45B85EE17}"/>
              </a:ext>
            </a:extLst>
          </p:cNvPr>
          <p:cNvSpPr/>
          <p:nvPr>
            <p:ph type="pic" idx="15"/>
          </p:nvPr>
        </p:nvSpPr>
        <p:spPr>
          <a:xfrm xmlns:a="http://schemas.openxmlformats.org/drawingml/2006/main">
            <a:off x="6661976" y="1993392"/>
            <a:ext cx="1691640" cy="143560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9" name="Marcador de Posição da Imagem 55">
            <a:extLst xmlns:a="http://schemas.openxmlformats.org/drawingml/2006/main">
              <a:ext uri="{FF2B5EF4-FFF2-40B4-BE49-F238E27FC236}">
                <a16:creationId xmlns:a16="http://schemas.microsoft.com/office/drawing/2014/main" id="{A83EEB6C-83B7-471D-B5A4-4071534048D2}"/>
              </a:ext>
            </a:extLst>
          </p:cNvPr>
          <p:cNvSpPr/>
          <p:nvPr>
            <p:ph type="pic" idx="16"/>
          </p:nvPr>
        </p:nvSpPr>
        <p:spPr>
          <a:xfrm xmlns:a="http://schemas.openxmlformats.org/drawingml/2006/main">
            <a:off x="9485568" y="1990724"/>
            <a:ext cx="1691640" cy="143560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3" name="Marcador de Posição do Texto 62">
            <a:extLst xmlns:a="http://schemas.openxmlformats.org/drawingml/2006/main">
              <a:ext uri="{FF2B5EF4-FFF2-40B4-BE49-F238E27FC236}">
                <a16:creationId xmlns:a16="http://schemas.microsoft.com/office/drawing/2014/main" id="{17A96A8C-F792-485A-9BB9-4DEDCA0CE6B8}"/>
              </a:ext>
            </a:extLst>
          </p:cNvPr>
          <p:cNvSpPr/>
          <p:nvPr>
            <p:ph type="body" idx="18"/>
          </p:nvPr>
        </p:nvSpPr>
        <p:spPr>
          <a:xfrm xmlns:a="http://schemas.openxmlformats.org/drawingml/2006/main">
            <a:off x="1079500" y="3781425"/>
            <a:ext cx="1711325" cy="36576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2000" b="1"/>
            </a:lvl1pPr>
          </a:lstStyle>
          <a:p xmlns:a="http://schemas.openxmlformats.org/drawingml/2006/main"/>
        </p:txBody>
      </p:sp>
      <p:sp>
        <p:nvSpPr>
          <p:cNvPr id="61" name="Marcador de Posição do Texto 60">
            <a:extLst xmlns:a="http://schemas.openxmlformats.org/drawingml/2006/main">
              <a:ext uri="{FF2B5EF4-FFF2-40B4-BE49-F238E27FC236}">
                <a16:creationId xmlns:a16="http://schemas.microsoft.com/office/drawing/2014/main" id="{6C65AE07-519E-4E3B-8521-621C8343914D}"/>
              </a:ext>
            </a:extLst>
          </p:cNvPr>
          <p:cNvSpPr/>
          <p:nvPr>
            <p:ph type="body" idx="17"/>
          </p:nvPr>
        </p:nvSpPr>
        <p:spPr>
          <a:xfrm xmlns:a="http://schemas.openxmlformats.org/drawingml/2006/main">
            <a:off x="1078733" y="4232949"/>
            <a:ext cx="1711572" cy="63817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/>
            </a:lvl1pPr>
          </a:lstStyle>
          <a:p xmlns:a="http://schemas.openxmlformats.org/drawingml/2006/main"/>
        </p:txBody>
      </p:sp>
      <p:sp>
        <p:nvSpPr>
          <p:cNvPr id="65" name="Marcador de Posição do Texto 62">
            <a:extLst xmlns:a="http://schemas.openxmlformats.org/drawingml/2006/main">
              <a:ext uri="{FF2B5EF4-FFF2-40B4-BE49-F238E27FC236}">
                <a16:creationId xmlns:a16="http://schemas.microsoft.com/office/drawing/2014/main" id="{FB878318-C287-428B-8105-429BC4B03F55}"/>
              </a:ext>
            </a:extLst>
          </p:cNvPr>
          <p:cNvSpPr/>
          <p:nvPr>
            <p:ph type="body" idx="20"/>
          </p:nvPr>
        </p:nvSpPr>
        <p:spPr>
          <a:xfrm xmlns:a="http://schemas.openxmlformats.org/drawingml/2006/main">
            <a:off x="3839151" y="3781425"/>
            <a:ext cx="1711325" cy="36576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2000" b="1"/>
            </a:lvl1pPr>
          </a:lstStyle>
          <a:p xmlns:a="http://schemas.openxmlformats.org/drawingml/2006/main"/>
        </p:txBody>
      </p:sp>
      <p:sp>
        <p:nvSpPr>
          <p:cNvPr id="64" name="Marcador de Posição do Texto 60">
            <a:extLst xmlns:a="http://schemas.openxmlformats.org/drawingml/2006/main">
              <a:ext uri="{FF2B5EF4-FFF2-40B4-BE49-F238E27FC236}">
                <a16:creationId xmlns:a16="http://schemas.microsoft.com/office/drawing/2014/main" id="{1465E516-2CEF-4F9E-9375-7D41DCFCBB41}"/>
              </a:ext>
            </a:extLst>
          </p:cNvPr>
          <p:cNvSpPr/>
          <p:nvPr>
            <p:ph type="body" idx="19"/>
          </p:nvPr>
        </p:nvSpPr>
        <p:spPr>
          <a:xfrm xmlns:a="http://schemas.openxmlformats.org/drawingml/2006/main">
            <a:off x="3838384" y="4232949"/>
            <a:ext cx="1711572" cy="63817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/>
            </a:lvl1pPr>
          </a:lstStyle>
          <a:p xmlns:a="http://schemas.openxmlformats.org/drawingml/2006/main"/>
        </p:txBody>
      </p:sp>
      <p:sp>
        <p:nvSpPr>
          <p:cNvPr id="67" name="Marcador de Posição do Texto 62">
            <a:extLst xmlns:a="http://schemas.openxmlformats.org/drawingml/2006/main">
              <a:ext uri="{FF2B5EF4-FFF2-40B4-BE49-F238E27FC236}">
                <a16:creationId xmlns:a16="http://schemas.microsoft.com/office/drawing/2014/main" id="{FE012CE3-36AA-4016-A88E-27BCFFEFD69F}"/>
              </a:ext>
            </a:extLst>
          </p:cNvPr>
          <p:cNvSpPr/>
          <p:nvPr>
            <p:ph type="body" idx="22"/>
          </p:nvPr>
        </p:nvSpPr>
        <p:spPr>
          <a:xfrm xmlns:a="http://schemas.openxmlformats.org/drawingml/2006/main">
            <a:off x="6662743" y="3781425"/>
            <a:ext cx="1711325" cy="36576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2000" b="1"/>
            </a:lvl1pPr>
          </a:lstStyle>
          <a:p xmlns:a="http://schemas.openxmlformats.org/drawingml/2006/main"/>
        </p:txBody>
      </p:sp>
      <p:sp>
        <p:nvSpPr>
          <p:cNvPr id="66" name="Marcador de Posição do Texto 60">
            <a:extLst xmlns:a="http://schemas.openxmlformats.org/drawingml/2006/main">
              <a:ext uri="{FF2B5EF4-FFF2-40B4-BE49-F238E27FC236}">
                <a16:creationId xmlns:a16="http://schemas.microsoft.com/office/drawing/2014/main" id="{8D5671AF-0137-4226-8A84-2784817E519C}"/>
              </a:ext>
            </a:extLst>
          </p:cNvPr>
          <p:cNvSpPr/>
          <p:nvPr>
            <p:ph type="body" idx="21"/>
          </p:nvPr>
        </p:nvSpPr>
        <p:spPr>
          <a:xfrm xmlns:a="http://schemas.openxmlformats.org/drawingml/2006/main">
            <a:off x="6661976" y="4232949"/>
            <a:ext cx="1711572" cy="63817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/>
            </a:lvl1pPr>
          </a:lstStyle>
          <a:p xmlns:a="http://schemas.openxmlformats.org/drawingml/2006/main"/>
        </p:txBody>
      </p:sp>
      <p:sp>
        <p:nvSpPr>
          <p:cNvPr id="69" name="Marcador de Posição do Texto 62">
            <a:extLst xmlns:a="http://schemas.openxmlformats.org/drawingml/2006/main">
              <a:ext uri="{FF2B5EF4-FFF2-40B4-BE49-F238E27FC236}">
                <a16:creationId xmlns:a16="http://schemas.microsoft.com/office/drawing/2014/main" id="{DA1587F0-23BF-4FB8-B06C-2B0AA928E931}"/>
              </a:ext>
            </a:extLst>
          </p:cNvPr>
          <p:cNvSpPr/>
          <p:nvPr>
            <p:ph type="body" idx="24"/>
          </p:nvPr>
        </p:nvSpPr>
        <p:spPr>
          <a:xfrm xmlns:a="http://schemas.openxmlformats.org/drawingml/2006/main">
            <a:off x="9433112" y="3787288"/>
            <a:ext cx="1711325" cy="36576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2000" b="1"/>
            </a:lvl1pPr>
          </a:lstStyle>
          <a:p xmlns:a="http://schemas.openxmlformats.org/drawingml/2006/main"/>
        </p:txBody>
      </p:sp>
      <p:sp>
        <p:nvSpPr>
          <p:cNvPr id="68" name="Marcador de Posição do Texto 60">
            <a:extLst xmlns:a="http://schemas.openxmlformats.org/drawingml/2006/main">
              <a:ext uri="{FF2B5EF4-FFF2-40B4-BE49-F238E27FC236}">
                <a16:creationId xmlns:a16="http://schemas.microsoft.com/office/drawing/2014/main" id="{565C0B22-B5E7-44BB-A17C-7FB5BB5D82BB}"/>
              </a:ext>
            </a:extLst>
          </p:cNvPr>
          <p:cNvSpPr/>
          <p:nvPr>
            <p:ph type="body" idx="23"/>
          </p:nvPr>
        </p:nvSpPr>
        <p:spPr>
          <a:xfrm xmlns:a="http://schemas.openxmlformats.org/drawingml/2006/main">
            <a:off x="9432345" y="4238812"/>
            <a:ext cx="1711572" cy="63817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/>
            </a:lvl1pPr>
          </a:lstStyle>
          <a:p xmlns:a="http://schemas.openxmlformats.org/drawingml/2006/main"/>
        </p:txBody>
      </p:sp>
      <p:sp>
        <p:nvSpPr>
          <p:cNvPr id="4" name="Marcador de Posição da Data 3">
            <a:extLst xmlns:a="http://schemas.openxmlformats.org/drawingml/2006/main"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Marcador de Posição do Rodapé 4">
            <a:extLst xmlns:a="http://schemas.openxmlformats.org/drawingml/2006/main"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2_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ítulo 1">
            <a:extLst xmlns:a="http://schemas.openxmlformats.org/drawingml/2006/main">
              <a:ext uri="{FF2B5EF4-FFF2-40B4-BE49-F238E27FC236}">
                <a16:creationId xmlns:a16="http://schemas.microsoft.com/office/drawing/2014/main" id="{C0923D16-1EC5-4C17-ABA8-B13A1256B36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0864" y="549275"/>
            <a:ext cx="3565524" cy="1997855"/>
          </a:xfrm>
        </p:spPr>
        <p:txBody>
          <a:bodyPr xmlns:a="http://schemas.openxmlformats.org/drawingml/2006/main" wrap="square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17" name="Marcador de Posição da Imagem 16">
            <a:extLst xmlns:a="http://schemas.openxmlformats.org/drawingml/2006/main">
              <a:ext uri="{FF2B5EF4-FFF2-40B4-BE49-F238E27FC236}">
                <a16:creationId xmlns:a16="http://schemas.microsoft.com/office/drawing/2014/main" id="{67BCF456-426F-435B-8DF0-A32A44F5A889}"/>
              </a:ext>
            </a:extLst>
          </p:cNvPr>
          <p:cNvSpPr/>
          <p:nvPr>
            <p:ph type="pic" idx="13"/>
          </p:nvPr>
        </p:nvSpPr>
        <p:spPr>
          <a:xfrm xmlns:a="http://schemas.openxmlformats.org/drawingml/2006/main">
            <a:off x="5208928" y="1596771"/>
            <a:ext cx="3448558" cy="3448558"/>
          </a:xfrm>
          <a:custGeom xmlns:a="http://schemas.openxmlformats.org/drawingml/2006/main">
            <a:rect l="l" t="t" r="r" b="b"/>
            <a:pathLst>
              <a:path w="3448558" h="3448558">
                <a:moveTo>
                  <a:pt x="1724279" y="0"/>
                </a:moveTo>
                <a:cubicBezTo>
                  <a:pt x="2676572" y="0"/>
                  <a:pt x="3448558" y="771986"/>
                  <a:pt x="3448558" y="1724279"/>
                </a:cubicBezTo>
                <a:cubicBezTo>
                  <a:pt x="3448558" y="2676572"/>
                  <a:pt x="2676572" y="3448558"/>
                  <a:pt x="1724279" y="3448558"/>
                </a:cubicBezTo>
                <a:cubicBezTo>
                  <a:pt x="771986" y="3448558"/>
                  <a:pt x="0" y="2676572"/>
                  <a:pt x="0" y="1724279"/>
                </a:cubicBezTo>
                <a:cubicBezTo>
                  <a:pt x="0" y="771986"/>
                  <a:pt x="771986" y="0"/>
                  <a:pt x="1724279" y="0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2" name="Marcador de Posição da Imagem 21">
            <a:extLst xmlns:a="http://schemas.openxmlformats.org/drawingml/2006/main">
              <a:ext uri="{FF2B5EF4-FFF2-40B4-BE49-F238E27FC236}">
                <a16:creationId xmlns:a16="http://schemas.microsoft.com/office/drawing/2014/main" id="{4813A609-7079-46D5-9C1D-52004ABDAC9D}"/>
              </a:ext>
            </a:extLst>
          </p:cNvPr>
          <p:cNvSpPr/>
          <p:nvPr>
            <p:ph type="pic" idx="14"/>
          </p:nvPr>
        </p:nvSpPr>
        <p:spPr>
          <a:xfrm xmlns:a="http://schemas.openxmlformats.org/drawingml/2006/main">
            <a:off x="8918575" y="596392"/>
            <a:ext cx="2263776" cy="2263776"/>
          </a:xfrm>
          <a:custGeom xmlns:a="http://schemas.openxmlformats.org/drawingml/2006/main">
            <a:rect l="l" t="t" r="r" b="b"/>
            <a:pathLst>
              <a:path w="2263776" h="2263776">
                <a:moveTo>
                  <a:pt x="1131888" y="0"/>
                </a:moveTo>
                <a:cubicBezTo>
                  <a:pt x="1757012" y="0"/>
                  <a:pt x="2263776" y="506764"/>
                  <a:pt x="2263776" y="1131888"/>
                </a:cubicBezTo>
                <a:cubicBezTo>
                  <a:pt x="2263776" y="1757012"/>
                  <a:pt x="1757012" y="2263776"/>
                  <a:pt x="1131888" y="2263776"/>
                </a:cubicBezTo>
                <a:cubicBezTo>
                  <a:pt x="506764" y="2263776"/>
                  <a:pt x="0" y="1757012"/>
                  <a:pt x="0" y="1131888"/>
                </a:cubicBezTo>
                <a:cubicBezTo>
                  <a:pt x="0" y="506764"/>
                  <a:pt x="506764" y="0"/>
                  <a:pt x="1131888" y="0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5" name="Marcador de Posição da Imagem 24">
            <a:extLst xmlns:a="http://schemas.openxmlformats.org/drawingml/2006/main">
              <a:ext uri="{FF2B5EF4-FFF2-40B4-BE49-F238E27FC236}">
                <a16:creationId xmlns:a16="http://schemas.microsoft.com/office/drawing/2014/main" id="{A14F21DF-D5E0-4C6C-BA2C-D69D65DBB18E}"/>
              </a:ext>
            </a:extLst>
          </p:cNvPr>
          <p:cNvSpPr/>
          <p:nvPr>
            <p:ph type="pic" idx="15"/>
          </p:nvPr>
        </p:nvSpPr>
        <p:spPr>
          <a:xfrm xmlns:a="http://schemas.openxmlformats.org/drawingml/2006/main">
            <a:off x="9091612" y="3324733"/>
            <a:ext cx="2936876" cy="2936876"/>
          </a:xfrm>
          <a:custGeom xmlns:a="http://schemas.openxmlformats.org/drawingml/2006/main">
            <a:rect l="l" t="t" r="r" b="b"/>
            <a:pathLst>
              <a:path w="2936876" h="2936876">
                <a:moveTo>
                  <a:pt x="1468438" y="0"/>
                </a:moveTo>
                <a:cubicBezTo>
                  <a:pt x="2279434" y="0"/>
                  <a:pt x="2936876" y="657442"/>
                  <a:pt x="2936876" y="1468438"/>
                </a:cubicBezTo>
                <a:cubicBezTo>
                  <a:pt x="2936876" y="2279434"/>
                  <a:pt x="2279434" y="2936876"/>
                  <a:pt x="1468438" y="2936876"/>
                </a:cubicBezTo>
                <a:cubicBezTo>
                  <a:pt x="657442" y="2936876"/>
                  <a:pt x="0" y="2279434"/>
                  <a:pt x="0" y="1468438"/>
                </a:cubicBezTo>
                <a:cubicBezTo>
                  <a:pt x="0" y="657442"/>
                  <a:pt x="657442" y="0"/>
                  <a:pt x="1468438" y="0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" name="Marcador de Posição da Data 1">
            <a:extLst xmlns:a="http://schemas.openxmlformats.org/drawingml/2006/main"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Marcador de Posição do Rodapé 2">
            <a:extLst xmlns:a="http://schemas.openxmlformats.org/drawingml/2006/main"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>
  <p:cSld name="5_Quebra de secção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Marcador de Posição da Imagem 7">
            <a:extLst xmlns:a="http://schemas.openxmlformats.org/drawingml/2006/main"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/>
          <p:nvPr>
            <p:ph type="pic" idx="13"/>
          </p:nvPr>
        </p:nvSpPr>
        <p:spPr>
          <a:xfrm xmlns:a="http://schemas.openxmlformats.org/drawingml/2006/main">
            <a:off x="0" y="0"/>
            <a:ext cx="12192000" cy="6858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>
  <p:cSld name="13_Conclusã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Marcador de Posição da Imagem 39">
            <a:extLst xmlns:a="http://schemas.openxmlformats.org/drawingml/2006/main">
              <a:ext uri="{FF2B5EF4-FFF2-40B4-BE49-F238E27FC236}">
                <a16:creationId xmlns:a16="http://schemas.microsoft.com/office/drawing/2014/main" id="{008D9209-1A62-4AC3-BF92-94348A9BC06B}"/>
              </a:ext>
            </a:extLst>
          </p:cNvPr>
          <p:cNvSpPr/>
          <p:nvPr>
            <p:ph type="pic" idx="15"/>
          </p:nvPr>
        </p:nvSpPr>
        <p:spPr>
          <a:xfrm xmlns:a="http://schemas.openxmlformats.org/drawingml/2006/main">
            <a:off x="6556248" y="548640"/>
            <a:ext cx="5084064" cy="288036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2" name="Marcador de Posição da Imagem 41">
            <a:extLst xmlns:a="http://schemas.openxmlformats.org/drawingml/2006/main">
              <a:ext uri="{FF2B5EF4-FFF2-40B4-BE49-F238E27FC236}">
                <a16:creationId xmlns:a16="http://schemas.microsoft.com/office/drawing/2014/main" id="{FADBFB6B-1787-4549-91B6-D748C66B13C6}"/>
              </a:ext>
            </a:extLst>
          </p:cNvPr>
          <p:cNvSpPr/>
          <p:nvPr>
            <p:ph type="pic" idx="16"/>
          </p:nvPr>
        </p:nvSpPr>
        <p:spPr>
          <a:xfrm xmlns:a="http://schemas.openxmlformats.org/drawingml/2006/main">
            <a:off x="6556248" y="3429000"/>
            <a:ext cx="5084064" cy="288036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Marcador de Posição da Data 4">
            <a:extLst xmlns:a="http://schemas.openxmlformats.org/drawingml/2006/main"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" name="Marcador de Posição do Rodapé 5">
            <a:extLst xmlns:a="http://schemas.openxmlformats.org/drawingml/2006/main"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type="twoTxTwoObj">
  <p:cSld name="10_Conteúdo de 2 colunas (diapositivo de comparação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0862" y="549275"/>
            <a:ext cx="11097551" cy="1332000"/>
          </a:xfr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>
              <a:buNone/>
              <a:defRPr sz="4800"/>
            </a:lvl1pPr>
          </a:lstStyle>
          <a:p xmlns:a="http://schemas.openxmlformats.org/drawingml/2006/main"/>
        </p:txBody>
      </p:sp>
      <p:sp>
        <p:nvSpPr>
          <p:cNvPr id="3" name="Marcador de Posição do Texto 2">
            <a:extLst xmlns:a="http://schemas.openxmlformats.org/drawingml/2006/main"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550864" y="1731375"/>
            <a:ext cx="5437186" cy="535354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1400" b="0" spc="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5" name="Marcador de Posição do Texto 4">
            <a:extLst xmlns:a="http://schemas.openxmlformats.org/drawingml/2006/main"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212024" y="1731375"/>
            <a:ext cx="5436392" cy="535354"/>
          </a:xfrm>
        </p:spPr>
        <p:txBody>
          <a:bodyPr xmlns:a="http://schemas.openxmlformats.org/drawingml/2006/main" vert="horz" wrap="square" lIns="0" tIns="0" rIns="0" bIns="0" anchor="b">
            <a:noAutofit/>
          </a:bodyPr>
          <a:lstStyle xmlns:a="http://schemas.openxmlformats.org/drawingml/2006/main">
            <a:lvl1pPr>
              <a:buNone/>
              <a:defRPr sz="1400" b="0" spc="2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Marcador de Posição da Data 6">
            <a:extLst xmlns:a="http://schemas.openxmlformats.org/drawingml/2006/main"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Marcador de Posição do Rodapé 7">
            <a:extLst xmlns:a="http://schemas.openxmlformats.org/drawingml/2006/main"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>
  <p:cSld name="12_Resum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ítulo 1">
            <a:extLst xmlns:a="http://schemas.openxmlformats.org/drawingml/2006/main">
              <a:ext uri="{FF2B5EF4-FFF2-40B4-BE49-F238E27FC236}">
                <a16:creationId xmlns:a16="http://schemas.microsoft.com/office/drawing/2014/main" id="{E949202B-67AE-417A-A336-DF5257FFDCF0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0863" y="4508500"/>
            <a:ext cx="4500562" cy="1562959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Marcador de Posição da Imagem 9">
            <a:extLst xmlns:a="http://schemas.openxmlformats.org/drawingml/2006/main">
              <a:ext uri="{FF2B5EF4-FFF2-40B4-BE49-F238E27FC236}">
                <a16:creationId xmlns:a16="http://schemas.microsoft.com/office/drawing/2014/main" id="{1786D546-2834-435F-950F-DCEFE654B3B1}"/>
              </a:ext>
            </a:extLst>
          </p:cNvPr>
          <p:cNvSpPr/>
          <p:nvPr>
            <p:ph type="pic" idx="13"/>
          </p:nvPr>
        </p:nvSpPr>
        <p:spPr>
          <a:xfrm xmlns:a="http://schemas.openxmlformats.org/drawingml/2006/main">
            <a:off x="0" y="0"/>
            <a:ext cx="12192000" cy="377647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" name="Marcador de Posição da Data 1">
            <a:extLst xmlns:a="http://schemas.openxmlformats.org/drawingml/2006/main"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Marcador de Posição do Rodapé 2">
            <a:extLst xmlns:a="http://schemas.openxmlformats.org/drawingml/2006/main"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>
  <p:cSld name="7_Citaçã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ítulo 1">
            <a:extLst xmlns:a="http://schemas.openxmlformats.org/drawingml/2006/main">
              <a:ext uri="{FF2B5EF4-FFF2-40B4-BE49-F238E27FC236}">
                <a16:creationId xmlns:a16="http://schemas.microsoft.com/office/drawing/2014/main" id="{7062BF5C-3876-4161-B4FF-14CA94D326C6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0864" y="549275"/>
            <a:ext cx="3566160" cy="3384550"/>
          </a:xfrm>
        </p:spPr>
        <p:txBody>
          <a:bodyPr xmlns:a="http://schemas.openxmlformats.org/drawingml/2006/main" wrap="square" anchor="b">
            <a:noAutofit/>
          </a:bodyPr>
          <a:lstStyle xmlns:a="http://schemas.openxmlformats.org/drawingml/2006/main">
            <a:lvl1pPr>
              <a:buNone/>
              <a:defRPr sz="4000"/>
            </a:lvl1pPr>
          </a:lstStyle>
          <a:p xmlns:a="http://schemas.openxmlformats.org/drawingml/2006/main"/>
        </p:txBody>
      </p:sp>
      <p:sp>
        <p:nvSpPr>
          <p:cNvPr id="15" name="Marcador de Posição da Imagem 14">
            <a:extLst xmlns:a="http://schemas.openxmlformats.org/drawingml/2006/main">
              <a:ext uri="{FF2B5EF4-FFF2-40B4-BE49-F238E27FC236}">
                <a16:creationId xmlns:a16="http://schemas.microsoft.com/office/drawing/2014/main" id="{C1FBB56D-C8B1-4ED9-A5DB-72BA636DADF3}"/>
              </a:ext>
            </a:extLst>
          </p:cNvPr>
          <p:cNvSpPr/>
          <p:nvPr>
            <p:ph type="pic" idx="13"/>
          </p:nvPr>
        </p:nvSpPr>
        <p:spPr>
          <a:xfrm xmlns:a="http://schemas.openxmlformats.org/drawingml/2006/main">
            <a:off x="5535809" y="656633"/>
            <a:ext cx="5132388" cy="5132388"/>
          </a:xfrm>
          <a:custGeom xmlns:a="http://schemas.openxmlformats.org/drawingml/2006/main"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" name="Marcador de Posição da Data 1">
            <a:extLst xmlns:a="http://schemas.openxmlformats.org/drawingml/2006/main"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Marcador de Posição do Rodapé 2">
            <a:extLst xmlns:a="http://schemas.openxmlformats.org/drawingml/2006/main"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 type="obj">
  <p:cSld name="5_Linha Cronológica da Tabela do Gráfi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0862" y="549275"/>
            <a:ext cx="11091600" cy="1332000"/>
          </a:xfr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Marcador de Posição da Data 3">
            <a:extLst xmlns:a="http://schemas.openxmlformats.org/drawingml/2006/main"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Marcador de Posição do Rodapé 4">
            <a:extLst xmlns:a="http://schemas.openxmlformats.org/drawingml/2006/main"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>
  <p:cSld name="4_Quebra de secção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Marcador de Posição da Imagem 7">
            <a:extLst xmlns:a="http://schemas.openxmlformats.org/drawingml/2006/main"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/>
          <p:nvPr>
            <p:ph type="pic" idx="13"/>
          </p:nvPr>
        </p:nvSpPr>
        <p:spPr>
          <a:xfrm xmlns:a="http://schemas.openxmlformats.org/drawingml/2006/main">
            <a:off x="0" y="0"/>
            <a:ext cx="12192000" cy="6858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Marcador de Posição da Data 3">
            <a:extLst xmlns:a="http://schemas.openxmlformats.org/drawingml/2006/main"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Marcador de Posição do Rodapé 4">
            <a:extLst xmlns:a="http://schemas.openxmlformats.org/drawingml/2006/main"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950d66f2c574cd1" /><Relationship Type="http://schemas.openxmlformats.org/officeDocument/2006/relationships/slideLayout" Target="/ppt/slideLayouts/slideLayout2.xml" Id="R10f51ae2e7bc4273" /><Relationship Type="http://schemas.openxmlformats.org/officeDocument/2006/relationships/slideLayout" Target="/ppt/slideLayouts/slideLayout3.xml" Id="R6164b513eda14aab" /><Relationship Type="http://schemas.openxmlformats.org/officeDocument/2006/relationships/slideLayout" Target="/ppt/slideLayouts/slideLayout4.xml" Id="Rde6f9d131dfb4ccd" /><Relationship Type="http://schemas.openxmlformats.org/officeDocument/2006/relationships/slideLayout" Target="/ppt/slideLayouts/slideLayout5.xml" Id="Rdc68b6848788465f" /><Relationship Type="http://schemas.openxmlformats.org/officeDocument/2006/relationships/slideLayout" Target="/ppt/slideLayouts/slideLayout6.xml" Id="R011fd7ccbece4907" /><Relationship Type="http://schemas.openxmlformats.org/officeDocument/2006/relationships/slideLayout" Target="/ppt/slideLayouts/slideLayout7.xml" Id="Rf9be5f1344d0411b" /><Relationship Type="http://schemas.openxmlformats.org/officeDocument/2006/relationships/slideLayout" Target="/ppt/slideLayouts/slideLayout8.xml" Id="R54d1413e85e34048" /><Relationship Type="http://schemas.openxmlformats.org/officeDocument/2006/relationships/slideLayout" Target="/ppt/slideLayouts/slideLayout9.xml" Id="R167ba7756e214141" /><Relationship Type="http://schemas.openxmlformats.org/officeDocument/2006/relationships/slideLayout" Target="/ppt/slideLayouts/slideLayout10.xml" Id="R6dfe53523bed4bdc" /><Relationship Type="http://schemas.openxmlformats.org/officeDocument/2006/relationships/slideLayout" Target="/ppt/slideLayouts/slideLayout11.xml" Id="R9957d2caf8934ec6" /><Relationship Type="http://schemas.openxmlformats.org/officeDocument/2006/relationships/slideLayout" Target="/ppt/slideLayouts/slideLayout12.xml" Id="R9cd0ed69cd324e6b" /><Relationship Type="http://schemas.openxmlformats.org/officeDocument/2006/relationships/slideLayout" Target="/ppt/slideLayouts/slideLayout13.xml" Id="R24530f8af607431b" /><Relationship Type="http://schemas.openxmlformats.org/officeDocument/2006/relationships/slideLayout" Target="/ppt/slideLayouts/slideLayout14.xml" Id="R66a6807190cb410b" /><Relationship Type="http://schemas.openxmlformats.org/officeDocument/2006/relationships/slideLayout" Target="/ppt/slideLayouts/slideLayout15.xml" Id="Rc14ee2016ce542b4" /><Relationship Type="http://schemas.openxmlformats.org/officeDocument/2006/relationships/slideLayout" Target="/ppt/slideLayouts/slideLayout16.xml" Id="R1c414c35502649f2" /><Relationship Type="http://schemas.openxmlformats.org/officeDocument/2006/relationships/slideLayout" Target="/ppt/slideLayouts/slideLayout17.xml" Id="Rf6de91f01ff64cc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rcador de Posição do Título 1">
            <a:extLst xmlns:a="http://schemas.openxmlformats.org/drawingml/2006/main"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0863" y="550800"/>
            <a:ext cx="11090275" cy="13330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Marcador de Posição do Texto 2">
            <a:extLst xmlns:a="http://schemas.openxmlformats.org/drawingml/2006/main"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550863" y="2113862"/>
            <a:ext cx="11091600" cy="3978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Marcador de Posição da Data 3">
            <a:extLst xmlns:a="http://schemas.openxmlformats.org/drawingml/2006/main"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550863" y="6507212"/>
            <a:ext cx="2628900" cy="1538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Marcador de Posição do Rodapé 4">
            <a:extLst xmlns:a="http://schemas.openxmlformats.org/drawingml/2006/main"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3359150" y="6507212"/>
            <a:ext cx="6379210" cy="1538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Marcador de Posição do Número do Diapositivo 5">
            <a:extLst xmlns:a="http://schemas.openxmlformats.org/drawingml/2006/main"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9948863" y="6507212"/>
            <a:ext cx="1692274" cy="1538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f51ae2e7bc4273"/>
    <p:sldLayoutId xmlns:r="http://schemas.openxmlformats.org/officeDocument/2006/relationships" id="2147483650" r:id="R6164b513eda14aab"/>
    <p:sldLayoutId xmlns:r="http://schemas.openxmlformats.org/officeDocument/2006/relationships" id="2147483651" r:id="Rde6f9d131dfb4ccd"/>
    <p:sldLayoutId xmlns:r="http://schemas.openxmlformats.org/officeDocument/2006/relationships" id="2147483652" r:id="Rdc68b6848788465f"/>
    <p:sldLayoutId xmlns:r="http://schemas.openxmlformats.org/officeDocument/2006/relationships" id="2147483653" r:id="R011fd7ccbece4907"/>
    <p:sldLayoutId xmlns:r="http://schemas.openxmlformats.org/officeDocument/2006/relationships" id="2147483654" r:id="Rf9be5f1344d0411b"/>
    <p:sldLayoutId xmlns:r="http://schemas.openxmlformats.org/officeDocument/2006/relationships" id="2147483655" r:id="R54d1413e85e34048"/>
    <p:sldLayoutId xmlns:r="http://schemas.openxmlformats.org/officeDocument/2006/relationships" id="2147483656" r:id="R167ba7756e214141"/>
    <p:sldLayoutId xmlns:r="http://schemas.openxmlformats.org/officeDocument/2006/relationships" id="2147483657" r:id="R6dfe53523bed4bdc"/>
    <p:sldLayoutId xmlns:r="http://schemas.openxmlformats.org/officeDocument/2006/relationships" id="2147483658" r:id="R9957d2caf8934ec6"/>
    <p:sldLayoutId xmlns:r="http://schemas.openxmlformats.org/officeDocument/2006/relationships" id="2147483659" r:id="R9cd0ed69cd324e6b"/>
    <p:sldLayoutId xmlns:r="http://schemas.openxmlformats.org/officeDocument/2006/relationships" id="2147483660" r:id="R24530f8af607431b"/>
    <p:sldLayoutId xmlns:r="http://schemas.openxmlformats.org/officeDocument/2006/relationships" id="2147483661" r:id="R66a6807190cb410b"/>
    <p:sldLayoutId xmlns:r="http://schemas.openxmlformats.org/officeDocument/2006/relationships" id="2147483662" r:id="Rc14ee2016ce542b4"/>
    <p:sldLayoutId xmlns:r="http://schemas.openxmlformats.org/officeDocument/2006/relationships" id="2147483663" r:id="R1c414c35502649f2"/>
    <p:sldLayoutId xmlns:r="http://schemas.openxmlformats.org/officeDocument/2006/relationships" id="2147483664" r:id="Rf6de91f01ff64c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8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110000"/>
        </a:lnSpc>
        <a:spcBef>
          <a:spcPts val="1000"/>
        </a:spcBef>
        <a:spcAft>
          <a:spcPts val="800"/>
        </a:spcAft>
        <a:buChar char="•"/>
        <a:defRPr sz="2000">
          <a:solidFill>
            <a:schemeClr val="tx1">
              <a:alpha val="60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110000"/>
        </a:lnSpc>
        <a:spcBef>
          <a:spcPts val="500"/>
        </a:spcBef>
        <a:spcAft>
          <a:spcPts val="800"/>
        </a:spcAft>
        <a:buChar char="•"/>
        <a:defRPr sz="1400">
          <a:solidFill>
            <a:schemeClr val="tx1">
              <a:alpha val="60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110000"/>
        </a:lnSpc>
        <a:spcBef>
          <a:spcPts val="500"/>
        </a:spcBef>
        <a:spcAft>
          <a:spcPts val="800"/>
        </a:spcAft>
        <a:buChar char="•"/>
        <a:defRPr sz="1400">
          <a:solidFill>
            <a:schemeClr val="tx1">
              <a:alpha val="60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110000"/>
        </a:lnSpc>
        <a:spcBef>
          <a:spcPts val="500"/>
        </a:spcBef>
        <a:spcAft>
          <a:spcPts val="800"/>
        </a:spcAft>
        <a:buChar char="•"/>
        <a:defRPr sz="1400">
          <a:solidFill>
            <a:schemeClr val="tx1">
              <a:alpha val="60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110000"/>
        </a:lnSpc>
        <a:spcBef>
          <a:spcPts val="500"/>
        </a:spcBef>
        <a:spcAft>
          <a:spcPts val="800"/>
        </a:spcAft>
        <a:buChar char="•"/>
        <a:defRPr sz="1400">
          <a:solidFill>
            <a:schemeClr val="tx1">
              <a:alpha val="60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ac63d97f734075" /><Relationship Type="http://schemas.openxmlformats.org/officeDocument/2006/relationships/image" Target="/ppt/media/image.jpeg" Id="R5d760e19dd16438c" /><Relationship Type="http://schemas.openxmlformats.org/officeDocument/2006/relationships/notesSlide" Target="/ppt/notesSlides/notesSlide1.xml" Id="R94c8bebc36cf44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789e1380c9a4c16" /><Relationship Type="http://schemas.openxmlformats.org/officeDocument/2006/relationships/image" Target="/ppt/media/image2.jpeg" Id="R69caae375b25409c" /><Relationship Type="http://schemas.openxmlformats.org/officeDocument/2006/relationships/image" Target="/ppt/media/image3.jpeg" Id="R3e578cf79f9f4680" /><Relationship Type="http://schemas.openxmlformats.org/officeDocument/2006/relationships/image" Target="/ppt/media/image4.jpeg" Id="R66cc3d1fea0848cc" /><Relationship Type="http://schemas.openxmlformats.org/officeDocument/2006/relationships/image" Target="/ppt/media/image5.jpeg" Id="R72731908e3e94f4d" /><Relationship Type="http://schemas.openxmlformats.org/officeDocument/2006/relationships/notesSlide" Target="/ppt/notesSlides/notesSlide2.xml" Id="R301e7cd7413740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d7c44a6f81f14f54" /><Relationship Type="http://schemas.openxmlformats.org/officeDocument/2006/relationships/image" Target="/ppt/media/image6.jpeg" Id="Rc8cd1bebea8344c0" /><Relationship Type="http://schemas.openxmlformats.org/officeDocument/2006/relationships/image" Target="/ppt/media/image.png" Id="R5779e1f07c9549a6" /><Relationship Type="http://schemas.openxmlformats.org/officeDocument/2006/relationships/notesSlide" Target="/ppt/notesSlides/notesSlide3.xml" Id="Rcc97eb94de794f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b13e292ccf384fa9" /><Relationship Type="http://schemas.openxmlformats.org/officeDocument/2006/relationships/image" Target="/ppt/media/image2.png" Id="R2a09492766754db6" /><Relationship Type="http://schemas.openxmlformats.org/officeDocument/2006/relationships/notesSlide" Target="/ppt/notesSlides/notesSlide4.xml" Id="R71e1b32ab8154c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a05911d3926243ac" /><Relationship Type="http://schemas.openxmlformats.org/officeDocument/2006/relationships/notesSlide" Target="/ppt/notesSlides/notesSlide5.xml" Id="R72482ed375f74c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a1aee7c20d54f48" /><Relationship Type="http://schemas.openxmlformats.org/officeDocument/2006/relationships/notesSlide" Target="/ppt/notesSlides/notesSlide6.xml" Id="Rd075eb5962de46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a296fe8a1da5439b" /><Relationship Type="http://schemas.openxmlformats.org/officeDocument/2006/relationships/image" Target="/ppt/media/image7.jpeg" Id="Rc880443700c44777" /><Relationship Type="http://schemas.openxmlformats.org/officeDocument/2006/relationships/notesSlide" Target="/ppt/notesSlides/notesSlide7.xml" Id="R2c5cf21665c74a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2f832ce0f2847a0" /><Relationship Type="http://schemas.openxmlformats.org/officeDocument/2006/relationships/image" Target="/ppt/media/image8.jpeg" Id="R1d3b798497384830" /><Relationship Type="http://schemas.openxmlformats.org/officeDocument/2006/relationships/image" Target="/ppt/media/image9.jpeg" Id="R7f591a54de204751" /><Relationship Type="http://schemas.openxmlformats.org/officeDocument/2006/relationships/notesSlide" Target="/ppt/notesSlides/notesSlide8.xml" Id="Rc5c5331509694c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d53f8bd28f2415a" /><Relationship Type="http://schemas.openxmlformats.org/officeDocument/2006/relationships/notesSlide" Target="/ppt/notesSlides/notesSlide9.xml" Id="Ra6938ecd062e478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286E938C-9D94-4B05-979A-D39FFC45729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999414" y="1051551"/>
            <a:ext cx="3824724" cy="238489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CGDTI-IA</a:t>
            </a:r>
          </a:p>
        </p:txBody>
      </p:sp>
      <p:pic>
        <p:nvPicPr>
          <p:cNvPr id="3" name="Marcador de Posição da 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760e19dd16438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745236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Subtítulo 2">
            <a:extLst xmlns:a="http://schemas.openxmlformats.org/drawingml/2006/main">
              <a:ext uri="{FF2B5EF4-FFF2-40B4-BE49-F238E27FC236}">
                <a16:creationId xmlns:a16="http://schemas.microsoft.com/office/drawing/2014/main" id="{D9A11267-FC52-4990-8D98-010AFABA5544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7999413" y="3568700"/>
            <a:ext cx="3565524" cy="17319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Jefferson dos Anjos</a:t>
            </a:r>
          </a:p>
          <a:p xmlns:a="http://schemas.openxmlformats.org/drawingml/2006/main">
            <a:pPr>
              <a:buNone/>
            </a:pPr>
            <a:r>
              <a:t>Pedro Cavalcanti</a:t>
            </a:r>
          </a:p>
          <a:p xmlns:a="http://schemas.openxmlformats.org/drawingml/2006/main">
            <a:pPr>
              <a:buNone/>
            </a:pPr>
            <a:r>
              <a:t>Lucas Mation</a:t>
            </a:r>
          </a:p>
        </p:txBody>
      </p:sp>
    </p:spTree>
    <p:extLst>
      <p:ext uri="{BB962C8B-B14F-4D97-AF65-F5344CB8AC3E}">
        <p14:creationId xmlns:p14="http://schemas.microsoft.com/office/powerpoint/2010/main" val="7528142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ítulo 10">
            <a:extLst xmlns:a="http://schemas.openxmlformats.org/drawingml/2006/main">
              <a:ext uri="{FF2B5EF4-FFF2-40B4-BE49-F238E27FC236}">
                <a16:creationId xmlns:a16="http://schemas.microsoft.com/office/drawing/2014/main" id="{23418ADF-358F-4647-A511-FCFFEDA834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0863" y="4507200"/>
            <a:ext cx="4500562" cy="156295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Por que este projeto</a:t>
            </a:r>
          </a:p>
        </p:txBody>
      </p:sp>
      <p:pic>
        <p:nvPicPr>
          <p:cNvPr id="12" name="Marcador de Posição da Imagem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aae375b25409c"/>
          <a:srcRect xmlns:a="http://schemas.openxmlformats.org/drawingml/2006/main" l="0" t="42" r="0" b="42"/>
          <a:stretch xmlns:a="http://schemas.openxmlformats.org/drawingml/2006/main"/>
        </p:blipFill>
        <p:spPr>
          <a:xfrm xmlns:a="http://schemas.openxmlformats.org/drawingml/2006/main">
            <a:off x="0" y="0"/>
            <a:ext cx="3054096" cy="3776472"/>
          </a:xfrm>
          <a:prstGeom xmlns:a="http://schemas.openxmlformats.org/drawingml/2006/main" prst="rect">
            <a:avLst/>
          </a:prstGeom>
        </p:spPr>
      </p:pic>
      <p:pic>
        <p:nvPicPr>
          <p:cNvPr id="13" name="Marcador de Posição da Imagem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578cf79f9f4680"/>
          <a:srcRect xmlns:a="http://schemas.openxmlformats.org/drawingml/2006/main" l="0" t="42" r="0" b="42"/>
          <a:stretch xmlns:a="http://schemas.openxmlformats.org/drawingml/2006/main"/>
        </p:blipFill>
        <p:spPr>
          <a:xfrm xmlns:a="http://schemas.openxmlformats.org/drawingml/2006/main">
            <a:off x="3054096" y="0"/>
            <a:ext cx="3054096" cy="3776472"/>
          </a:xfrm>
          <a:prstGeom xmlns:a="http://schemas.openxmlformats.org/drawingml/2006/main" prst="rect">
            <a:avLst/>
          </a:prstGeom>
        </p:spPr>
      </p:pic>
      <p:pic>
        <p:nvPicPr>
          <p:cNvPr id="14" name="Marcador de Posição da Imagem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c3d1fea0848cc"/>
          <a:srcRect xmlns:a="http://schemas.openxmlformats.org/drawingml/2006/main" l="0" t="42" r="0" b="42"/>
          <a:stretch xmlns:a="http://schemas.openxmlformats.org/drawingml/2006/main"/>
        </p:blipFill>
        <p:spPr>
          <a:xfrm xmlns:a="http://schemas.openxmlformats.org/drawingml/2006/main">
            <a:off x="9137904" y="0"/>
            <a:ext cx="3054096" cy="3776472"/>
          </a:xfrm>
          <a:prstGeom xmlns:a="http://schemas.openxmlformats.org/drawingml/2006/main" prst="rect">
            <a:avLst/>
          </a:prstGeom>
        </p:spPr>
      </p:pic>
      <p:sp>
        <p:nvSpPr>
          <p:cNvPr id="4" name="Marcador de Posição da Data 3">
            <a:extLst xmlns:a="http://schemas.openxmlformats.org/drawingml/2006/main">
              <a:ext uri="{FF2B5EF4-FFF2-40B4-BE49-F238E27FC236}">
                <a16:creationId xmlns:a16="http://schemas.microsoft.com/office/drawing/2014/main" id="{0C329F70-04F7-4C70-BCF8-D4371F54EF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550863" y="6507212"/>
            <a:ext cx="2628900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23 de abril de 2026</a:t>
            </a:r>
          </a:p>
        </p:txBody>
      </p:sp>
      <p:sp>
        <p:nvSpPr>
          <p:cNvPr id="5" name="Marcador de Posição do Rodapé 4">
            <a:extLst xmlns:a="http://schemas.openxmlformats.org/drawingml/2006/main">
              <a:ext uri="{FF2B5EF4-FFF2-40B4-BE49-F238E27FC236}">
                <a16:creationId xmlns:a16="http://schemas.microsoft.com/office/drawing/2014/main" id="{06A3302E-502D-4151-81C9-5FD6AF9596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359150" y="6507212"/>
            <a:ext cx="6379210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lang_IPEA_editorial</a:t>
            </a:r>
          </a:p>
        </p:txBody>
      </p:sp>
      <p:sp>
        <p:nvSpPr>
          <p:cNvPr id="6" name="Marcador de Posição do Número do Diapositivo 5">
            <a:extLst xmlns:a="http://schemas.openxmlformats.org/drawingml/2006/main"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948863" y="6507212"/>
            <a:ext cx="1692274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2</a:t>
            </a:r>
          </a:p>
        </p:txBody>
      </p:sp>
      <p:pic>
        <p:nvPicPr>
          <p:cNvPr id="18" name="Marcador de Posição da Imagem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731908e3e94f4d"/>
          <a:srcRect xmlns:a="http://schemas.openxmlformats.org/drawingml/2006/main" l="0" t="42" r="0" b="42"/>
          <a:stretch xmlns:a="http://schemas.openxmlformats.org/drawingml/2006/main"/>
        </p:blipFill>
        <p:spPr>
          <a:xfrm xmlns:a="http://schemas.openxmlformats.org/drawingml/2006/main">
            <a:off x="6083808" y="0"/>
            <a:ext cx="3054096" cy="3776472"/>
          </a:xfrm>
          <a:prstGeom xmlns:a="http://schemas.openxmlformats.org/drawingml/2006/main" prst="rect">
            <a:avLst/>
          </a:prstGeom>
        </p:spPr>
      </p:pic>
      <p:sp>
        <p:nvSpPr>
          <p:cNvPr id="2" name="Marcador de Posição de Conteúdo 11">
            <a:extLst xmlns:a="http://schemas.openxmlformats.org/drawingml/2006/main">
              <a:ext uri="{FF2B5EF4-FFF2-40B4-BE49-F238E27FC236}">
                <a16:creationId xmlns:a16="http://schemas.microsoft.com/office/drawing/2014/main" id="{E5127060-CDBF-435F-9009-A5451CCE305D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5262563" y="4508500"/>
            <a:ext cx="6221412" cy="156368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800"/>
              <a:t>A revisão editorial de documentos técnicos ainda é lenta, cara e difícil de padronizar. O projeto nasce para apoiar o Editorial do IPEA com um sistema multiagente capaz de revisar documentos complexos com mais consistência, transparência e escala.</a:t>
            </a:r>
          </a:p>
        </p:txBody>
      </p:sp>
    </p:spTree>
    <p:extLst>
      <p:ext uri="{BB962C8B-B14F-4D97-AF65-F5344CB8AC3E}">
        <p14:creationId xmlns:p14="http://schemas.microsoft.com/office/powerpoint/2010/main" val="21588865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Forma Livre: Forma 33">
            <a:extLst xmlns:a="http://schemas.openxmlformats.org/drawingml/2006/main"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12445" y="481888"/>
            <a:ext cx="1080000" cy="1262947"/>
          </a:xfrm>
          <a:custGeom xmlns:a="http://schemas.openxmlformats.org/drawingml/2006/main"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 xmlns:a="http://schemas.openxmlformats.org/drawingml/2006/main"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/>
          </a:gradFill>
          <a:effectLst xmlns:a="http://schemas.openxmlformats.org/drawingml/2006/main"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626845" y="828962"/>
            <a:ext cx="540000" cy="108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/>
          </a:gradFill>
          <a:ln xmlns:a="http://schemas.openxmlformats.org/drawingml/2006/main">
            <a:noFill/>
          </a:ln>
          <a:effectLst xmlns:a="http://schemas.openxmlformats.org/drawingml/2006/main"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Oval 37">
            <a:extLst xmlns:a="http://schemas.openxmlformats.org/drawingml/2006/main"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802" y="2472855"/>
            <a:ext cx="360000" cy="36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shape"/>
          </a:gradFill>
          <a:ln xmlns:a="http://schemas.openxmlformats.org/drawingml/2006/main">
            <a:noFill/>
          </a:ln>
          <a:effectLst xmlns:a="http://schemas.openxmlformats.org/drawingml/2006/main"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Forma Livre: Forma 40">
            <a:extLst xmlns:a="http://schemas.openxmlformats.org/drawingml/2006/main">
              <a:ext uri="{FF2B5EF4-FFF2-40B4-BE49-F238E27FC236}">
                <a16:creationId xmlns:a16="http://schemas.microsoft.com/office/drawing/2014/main" id="{79FAC916-D9BB-4794-81B4-7C47C67E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 flipV="1">
            <a:off x="1455984" y="4934156"/>
            <a:ext cx="1853969" cy="926985"/>
          </a:xfrm>
          <a:custGeom xmlns:a="http://schemas.openxmlformats.org/drawingml/2006/main">
            <a:rect l="l" t="t" r="r" b="b"/>
            <a:pathLst>
              <a:path w="2658746" h="1329373">
                <a:moveTo>
                  <a:pt x="1329373" y="0"/>
                </a:moveTo>
                <a:cubicBezTo>
                  <a:pt x="2063565" y="0"/>
                  <a:pt x="2658746" y="595181"/>
                  <a:pt x="2658746" y="1329373"/>
                </a:cubicBezTo>
                <a:lnTo>
                  <a:pt x="1994059" y="1329373"/>
                </a:lnTo>
                <a:cubicBezTo>
                  <a:pt x="1994059" y="962277"/>
                  <a:pt x="1696469" y="664687"/>
                  <a:pt x="1329373" y="664687"/>
                </a:cubicBezTo>
                <a:cubicBezTo>
                  <a:pt x="962277" y="664687"/>
                  <a:pt x="664687" y="962277"/>
                  <a:pt x="664687" y="1329373"/>
                </a:cubicBezTo>
                <a:lnTo>
                  <a:pt x="0" y="1329373"/>
                </a:lnTo>
                <a:cubicBezTo>
                  <a:pt x="0" y="595181"/>
                  <a:pt x="595181" y="0"/>
                  <a:pt x="1329373" y="0"/>
                </a:cubicBezTo>
                <a:close/>
              </a:path>
            </a:pathLst>
          </a:custGeom>
          <a:solidFill xmlns:a="http://schemas.openxmlformats.org/drawingml/2006/main">
            <a:schemeClr val="bg2"/>
          </a:solidFill>
          <a:effectLst xmlns:a="http://schemas.openxmlformats.org/drawingml/2006/main">
            <a:innerShdw blurRad="254000" dist="50800" dir="16200000">
              <a:schemeClr val="accent1">
                <a:lumMod val="40000"/>
                <a:lumOff val="60000"/>
                <a:alpha val="40000"/>
              </a:schemeClr>
            </a:inn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Forma Livre: Forma 41">
            <a:extLst xmlns:a="http://schemas.openxmlformats.org/drawingml/2006/main">
              <a:ext uri="{FF2B5EF4-FFF2-40B4-BE49-F238E27FC236}">
                <a16:creationId xmlns:a16="http://schemas.microsoft.com/office/drawing/2014/main" id="{B5CA2231-7A65-4D16-8400-A210CC41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 flipV="1">
            <a:off x="1407451" y="4795205"/>
            <a:ext cx="1853969" cy="1093090"/>
          </a:xfrm>
          <a:custGeom xmlns:a="http://schemas.openxmlformats.org/drawingml/2006/main">
            <a:rect l="l" t="t" r="r" b="b"/>
            <a:pathLst>
              <a:path w="2658746" h="1329373">
                <a:moveTo>
                  <a:pt x="1329373" y="0"/>
                </a:moveTo>
                <a:cubicBezTo>
                  <a:pt x="2063565" y="0"/>
                  <a:pt x="2658746" y="595181"/>
                  <a:pt x="2658746" y="1329373"/>
                </a:cubicBezTo>
                <a:lnTo>
                  <a:pt x="1994059" y="1329373"/>
                </a:lnTo>
                <a:cubicBezTo>
                  <a:pt x="1994059" y="962277"/>
                  <a:pt x="1696469" y="664687"/>
                  <a:pt x="1329373" y="664687"/>
                </a:cubicBezTo>
                <a:cubicBezTo>
                  <a:pt x="962277" y="664687"/>
                  <a:pt x="664687" y="962277"/>
                  <a:pt x="664687" y="1329373"/>
                </a:cubicBezTo>
                <a:lnTo>
                  <a:pt x="0" y="1329373"/>
                </a:lnTo>
                <a:cubicBezTo>
                  <a:pt x="0" y="595181"/>
                  <a:pt x="595181" y="0"/>
                  <a:pt x="1329373" y="0"/>
                </a:cubicBezTo>
                <a:close/>
              </a:path>
            </a:pathLst>
          </a:custGeom>
          <a:solidFill xmlns:a="http://schemas.openxmlformats.org/drawingml/2006/main">
            <a:schemeClr val="bg2">
              <a:lumMod val="50000"/>
              <a:lumOff val="50000"/>
              <a:alpha val="40000"/>
            </a:schemeClr>
          </a:solidFill>
          <a:effectLst xmlns:a="http://schemas.openxmlformats.org/drawingml/2006/main">
            <a:softEdge rad="19050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Oval 42">
            <a:extLst xmlns:a="http://schemas.openxmlformats.org/drawingml/2006/main">
              <a:ext uri="{FF2B5EF4-FFF2-40B4-BE49-F238E27FC236}">
                <a16:creationId xmlns:a16="http://schemas.microsoft.com/office/drawing/2014/main" id="{4B089C8C-B82B-4704-88E2-E857A5E2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500000" flipV="1">
            <a:off x="2490724" y="4344633"/>
            <a:ext cx="107098" cy="466589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2">
              <a:lumMod val="90000"/>
              <a:lumOff val="10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innerShdw blurRad="635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Oval 43">
            <a:extLst xmlns:a="http://schemas.openxmlformats.org/drawingml/2006/main">
              <a:ext uri="{FF2B5EF4-FFF2-40B4-BE49-F238E27FC236}">
                <a16:creationId xmlns:a16="http://schemas.microsoft.com/office/drawing/2014/main" id="{434B90C8-5B4D-456E-AD99-80EF748F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500000" flipV="1">
            <a:off x="1509698" y="5325659"/>
            <a:ext cx="107098" cy="466589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2">
              <a:lumMod val="90000"/>
              <a:lumOff val="10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innerShdw blurRad="635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Retângulo 45">
            <a:extLst xmlns:a="http://schemas.openxmlformats.org/drawingml/2006/main">
              <a:ext uri="{FF2B5EF4-FFF2-40B4-BE49-F238E27FC236}">
                <a16:creationId xmlns:a16="http://schemas.microsoft.com/office/drawing/2014/main" id="{1DB043B4-68C6-45B9-82AC-A5800EAD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1270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Marcador de Posição da Imagem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d1bebea8344c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1"/>
            <a:ext cx="12192001" cy="6896391"/>
          </a:xfrm>
          <a:prstGeom xmlns:a="http://schemas.openxmlformats.org/drawingml/2006/main" prst="rect">
            <a:avLst/>
          </a:prstGeom>
        </p:spPr>
      </p:pic>
      <p:sp>
        <p:nvSpPr>
          <p:cNvPr id="48" name="Retângulo 47">
            <a:extLst xmlns:a="http://schemas.openxmlformats.org/drawingml/2006/main">
              <a:ext uri="{FF2B5EF4-FFF2-40B4-BE49-F238E27FC236}">
                <a16:creationId xmlns:a16="http://schemas.microsoft.com/office/drawing/2014/main" id="{3C64A91D-E535-4C24-A0E3-96A3810E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73729"/>
            <a:ext cx="12192000" cy="1084271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0" name="Retângulo 49">
            <a:extLst xmlns:a="http://schemas.openxmlformats.org/drawingml/2006/main">
              <a:ext uri="{FF2B5EF4-FFF2-40B4-BE49-F238E27FC236}">
                <a16:creationId xmlns:a16="http://schemas.microsoft.com/office/drawing/2014/main" id="{26FC4867-BA3E-4F8E-AB23-684F34DF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2" y="106509"/>
            <a:ext cx="9000000" cy="6857998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ítulo 14">
            <a:extLst xmlns:a="http://schemas.openxmlformats.org/drawingml/2006/main">
              <a:ext uri="{FF2B5EF4-FFF2-40B4-BE49-F238E27FC236}">
                <a16:creationId xmlns:a16="http://schemas.microsoft.com/office/drawing/2014/main" id="{40F1DF5B-353A-4270-8C10-6A150944117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50863" y="549275"/>
            <a:ext cx="5437187" cy="2986234"/>
          </a:xfr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6400">
                <a:solidFill>
                  <a:schemeClr val="tx1"/>
                </a:solidFill>
                <a:latin typeface="+mj-lt"/>
                <a:ea typeface="+mj-lt"/>
                <a:cs typeface="+mj-lt"/>
              </a:rPr>
              <a:t>O </a:t>
            </a:r>
            <a:r>
              <a:rPr sz="6400">
                <a:solidFill>
                  <a:schemeClr val="tx1"/>
                </a:solidFill>
                <a:latin typeface="+mj-lt"/>
                <a:ea typeface="+mj-lt"/>
                <a:cs typeface="+mj-lt"/>
              </a:rPr>
              <a:t>que</a:t>
            </a:r>
            <a:r>
              <a:rPr sz="6400">
                <a:solidFill>
                  <a:schemeClr val="tx1"/>
                </a:solidFill>
                <a:latin typeface="+mj-lt"/>
                <a:ea typeface="+mj-lt"/>
                <a:cs typeface="+mj-lt"/>
              </a:rPr>
              <a:t> é o </a:t>
            </a:r>
            <a:r>
              <a:rPr sz="6400">
                <a:solidFill>
                  <a:schemeClr val="tx1"/>
                </a:solidFill>
                <a:latin typeface="+mj-lt"/>
                <a:ea typeface="+mj-lt"/>
                <a:cs typeface="+mj-lt"/>
              </a:rPr>
              <a:t>projeto</a:t>
            </a:r>
          </a:p>
        </p:txBody>
      </p:sp>
      <p:sp>
        <p:nvSpPr>
          <p:cNvPr id="16" name="Subtítulo 15">
            <a:extLst xmlns:a="http://schemas.openxmlformats.org/drawingml/2006/main">
              <a:ext uri="{FF2B5EF4-FFF2-40B4-BE49-F238E27FC236}">
                <a16:creationId xmlns:a16="http://schemas.microsoft.com/office/drawing/2014/main" id="{4BDCF583-1D5D-4235-97C2-39272B80A0B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50863" y="3827610"/>
            <a:ext cx="5437187" cy="2265216"/>
          </a:xfrm>
        </p:spPr>
        <p:txBody>
          <a:bodyPr xmlns:a="http://schemas.openxmlformats.org/drawingml/2006/main" vert="horz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>
                <a:latin typeface="+mn-lt"/>
                <a:ea typeface="+mn-lt"/>
                <a:cs typeface="+mn-lt"/>
              </a:rPr>
              <a:t>Uma </a:t>
            </a:r>
            <a:r>
              <a:rPr>
                <a:latin typeface="+mn-lt"/>
                <a:ea typeface="+mn-lt"/>
                <a:cs typeface="+mn-lt"/>
              </a:rPr>
              <a:t>plataforma</a:t>
            </a:r>
            <a:r>
              <a:rPr>
                <a:latin typeface="+mn-lt"/>
                <a:ea typeface="+mn-lt"/>
                <a:cs typeface="+mn-lt"/>
              </a:rPr>
              <a:t> de </a:t>
            </a:r>
            <a:r>
              <a:rPr>
                <a:latin typeface="+mn-lt"/>
                <a:ea typeface="+mn-lt"/>
                <a:cs typeface="+mn-lt"/>
              </a:rPr>
              <a:t>revisão</a:t>
            </a:r>
            <a:r>
              <a:rPr>
                <a:latin typeface="+mn-lt"/>
                <a:ea typeface="+mn-lt"/>
                <a:cs typeface="+mn-lt"/>
              </a:rPr>
              <a:t> editorial </a:t>
            </a:r>
            <a:r>
              <a:rPr>
                <a:latin typeface="+mn-lt"/>
                <a:ea typeface="+mn-lt"/>
                <a:cs typeface="+mn-lt"/>
              </a:rPr>
              <a:t>assistida</a:t>
            </a:r>
            <a:r>
              <a:rPr>
                <a:latin typeface="+mn-lt"/>
                <a:ea typeface="+mn-lt"/>
                <a:cs typeface="+mn-lt"/>
              </a:rPr>
              <a:t> </a:t>
            </a:r>
            <a:r>
              <a:rPr>
                <a:latin typeface="+mn-lt"/>
                <a:ea typeface="+mn-lt"/>
                <a:cs typeface="+mn-lt"/>
              </a:rPr>
              <a:t>por</a:t>
            </a:r>
            <a:r>
              <a:rPr>
                <a:latin typeface="+mn-lt"/>
                <a:ea typeface="+mn-lt"/>
                <a:cs typeface="+mn-lt"/>
              </a:rPr>
              <a:t> IA para DOCX, PDF e </a:t>
            </a:r>
            <a:r>
              <a:rPr>
                <a:latin typeface="+mn-lt"/>
                <a:ea typeface="+mn-lt"/>
                <a:cs typeface="+mn-lt"/>
              </a:rPr>
              <a:t>documentos</a:t>
            </a:r>
            <a:r>
              <a:rPr>
                <a:latin typeface="+mn-lt"/>
                <a:ea typeface="+mn-lt"/>
                <a:cs typeface="+mn-lt"/>
              </a:rPr>
              <a:t> </a:t>
            </a:r>
            <a:r>
              <a:rPr>
                <a:latin typeface="+mn-lt"/>
                <a:ea typeface="+mn-lt"/>
                <a:cs typeface="+mn-lt"/>
              </a:rPr>
              <a:t>normalizados</a:t>
            </a:r>
            <a:r>
              <a:rPr>
                <a:latin typeface="+mn-lt"/>
                <a:ea typeface="+mn-lt"/>
                <a:cs typeface="+mn-lt"/>
              </a:rPr>
              <a:t>, com </a:t>
            </a:r>
            <a:r>
              <a:rPr>
                <a:latin typeface="+mn-lt"/>
                <a:ea typeface="+mn-lt"/>
                <a:cs typeface="+mn-lt"/>
              </a:rPr>
              <a:t>saída</a:t>
            </a:r>
            <a:r>
              <a:rPr>
                <a:latin typeface="+mn-lt"/>
                <a:ea typeface="+mn-lt"/>
                <a:cs typeface="+mn-lt"/>
              </a:rPr>
              <a:t> </a:t>
            </a:r>
            <a:r>
              <a:rPr>
                <a:latin typeface="+mn-lt"/>
                <a:ea typeface="+mn-lt"/>
                <a:cs typeface="+mn-lt"/>
              </a:rPr>
              <a:t>comentada</a:t>
            </a:r>
            <a:r>
              <a:rPr>
                <a:latin typeface="+mn-lt"/>
                <a:ea typeface="+mn-lt"/>
                <a:cs typeface="+mn-lt"/>
              </a:rPr>
              <a:t> e </a:t>
            </a:r>
            <a:r>
              <a:rPr>
                <a:latin typeface="+mn-lt"/>
                <a:ea typeface="+mn-lt"/>
                <a:cs typeface="+mn-lt"/>
              </a:rPr>
              <a:t>rastreável</a:t>
            </a:r>
            <a:r>
              <a:rPr>
                <a:latin typeface="+mn-lt"/>
                <a:ea typeface="+mn-lt"/>
                <a:cs typeface="+mn-lt"/>
              </a:rPr>
              <a:t>.</a:t>
            </a:r>
          </a:p>
        </p:txBody>
      </p:sp>
      <p:sp>
        <p:nvSpPr>
          <p:cNvPr id="2" name="Marcador de Posição da Data 1">
            <a:extLst xmlns:a="http://schemas.openxmlformats.org/drawingml/2006/main">
              <a:ext uri="{FF2B5EF4-FFF2-40B4-BE49-F238E27FC236}">
                <a16:creationId xmlns:a16="http://schemas.microsoft.com/office/drawing/2014/main" id="{2910D835-B454-4270-BB35-86A187307E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Terça-feira, 2 de fevereiro de 20XX</a:t>
            </a:r>
          </a:p>
        </p:txBody>
      </p:sp>
      <p:sp>
        <p:nvSpPr>
          <p:cNvPr id="3" name="Marcador de Posição do Rodapé 2">
            <a:extLst xmlns:a="http://schemas.openxmlformats.org/drawingml/2006/main">
              <a:ext uri="{FF2B5EF4-FFF2-40B4-BE49-F238E27FC236}">
                <a16:creationId xmlns:a16="http://schemas.microsoft.com/office/drawing/2014/main" id="{7F7F653B-90B5-4F47-A33F-93DCB2EF68C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Texto de Rodapé de Exemplo</a:t>
            </a:r>
          </a:p>
        </p:txBody>
      </p:sp>
      <p:sp>
        <p:nvSpPr>
          <p:cNvPr id="4" name="Marcador de Posição do Número do Diapositivo 3">
            <a:extLst xmlns:a="http://schemas.openxmlformats.org/drawingml/2006/main">
              <a:ext uri="{FF2B5EF4-FFF2-40B4-BE49-F238E27FC236}">
                <a16:creationId xmlns:a16="http://schemas.microsoft.com/office/drawing/2014/main" id="{E1E7D98D-6710-41D2-B258-E1A1059D29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" name="Retângulo 51">
            <a:extLst xmlns:a="http://schemas.openxmlformats.org/drawingml/2006/main">
              <a:ext uri="{FF2B5EF4-FFF2-40B4-BE49-F238E27FC236}">
                <a16:creationId xmlns:a16="http://schemas.microsoft.com/office/drawing/2014/main" id="{65069966-8204-4679-933A-F2597BB8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C37"/>
          </a:solidFill>
          <a:ln xmlns:a="http://schemas.openxmlformats.org/drawingml/2006/main" w="0">
            <a:solidFill>
              <a:srgbClr val="201C3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Retângulo 52">
            <a:extLst xmlns:a="http://schemas.openxmlformats.org/drawingml/2006/main">
              <a:ext uri="{FF2B5EF4-FFF2-40B4-BE49-F238E27FC236}">
                <a16:creationId xmlns:a16="http://schemas.microsoft.com/office/drawing/2014/main" id="{212BA8A1-7773-40E7-B75C-7FF0A4A1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23 de abril de 2026</a:t>
            </a:r>
          </a:p>
        </p:txBody>
      </p:sp>
      <p:sp>
        <p:nvSpPr>
          <p:cNvPr id="54" name="Retângulo 53">
            <a:extLst xmlns:a="http://schemas.openxmlformats.org/drawingml/2006/main">
              <a:ext uri="{FF2B5EF4-FFF2-40B4-BE49-F238E27FC236}">
                <a16:creationId xmlns:a16="http://schemas.microsoft.com/office/drawing/2014/main" id="{922EE555-872C-4676-96C9-FAA0D38A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5436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lang_IPEA_editorial</a:t>
            </a:r>
          </a:p>
        </p:txBody>
      </p:sp>
      <p:sp>
        <p:nvSpPr>
          <p:cNvPr id="55" name="Retângulo 54">
            <a:extLst xmlns:a="http://schemas.openxmlformats.org/drawingml/2006/main">
              <a:ext uri="{FF2B5EF4-FFF2-40B4-BE49-F238E27FC236}">
                <a16:creationId xmlns:a16="http://schemas.microsoft.com/office/drawing/2014/main" id="{46509F5F-1A17-4578-B089-F6B993CA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436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3</a:t>
            </a:r>
          </a:p>
        </p:txBody>
      </p:sp>
      <p:pic>
        <p:nvPicPr>
          <p:cNvPr id="60" name="Imagem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79e1f07c9549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2901" y="1535161"/>
            <a:ext cx="5548909" cy="400069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0218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ítulo 2">
            <a:extLst xmlns:a="http://schemas.openxmlformats.org/drawingml/2006/main">
              <a:ext uri="{FF2B5EF4-FFF2-40B4-BE49-F238E27FC236}">
                <a16:creationId xmlns:a16="http://schemas.microsoft.com/office/drawing/2014/main" id="{FAD72D26-24EF-4CBD-9431-A558CB7CA9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0862" y="549275"/>
            <a:ext cx="11091600" cy="1332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Como o </a:t>
            </a:r>
            <a:r>
              <a:t>projeto</a:t>
            </a:r>
            <a:r>
              <a:t> opera</a:t>
            </a:r>
          </a:p>
        </p:txBody>
      </p:sp>
      <p:sp>
        <p:nvSpPr>
          <p:cNvPr id="2" name="Marcador de Posição da Data 1">
            <a:extLst xmlns:a="http://schemas.openxmlformats.org/drawingml/2006/main">
              <a:ext uri="{FF2B5EF4-FFF2-40B4-BE49-F238E27FC236}">
                <a16:creationId xmlns:a16="http://schemas.microsoft.com/office/drawing/2014/main" id="{81FCAF0A-629F-4EC6-B3E6-563ED999F3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550863" y="6507212"/>
            <a:ext cx="2628900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23 de abril de 2026</a:t>
            </a:r>
          </a:p>
        </p:txBody>
      </p:sp>
      <p:sp>
        <p:nvSpPr>
          <p:cNvPr id="7" name="Marcador de Posição do Rodapé 6">
            <a:extLst xmlns:a="http://schemas.openxmlformats.org/drawingml/2006/main">
              <a:ext uri="{FF2B5EF4-FFF2-40B4-BE49-F238E27FC236}">
                <a16:creationId xmlns:a16="http://schemas.microsoft.com/office/drawing/2014/main" id="{920A7C57-D6C5-4BA0-AB3C-41D4E3436B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359150" y="6507212"/>
            <a:ext cx="6379210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lang_IPEA_editorial</a:t>
            </a:r>
          </a:p>
        </p:txBody>
      </p:sp>
      <p:sp>
        <p:nvSpPr>
          <p:cNvPr id="6" name="Marcador de Posição do Número do Diapositivo 5">
            <a:extLst xmlns:a="http://schemas.openxmlformats.org/drawingml/2006/main">
              <a:ext uri="{FF2B5EF4-FFF2-40B4-BE49-F238E27FC236}">
                <a16:creationId xmlns:a16="http://schemas.microsoft.com/office/drawing/2014/main" id="{5E5CAC52-3FD1-464A-805A-B8F7AF0457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948863" y="6507212"/>
            <a:ext cx="1692274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4</a:t>
            </a:r>
          </a:p>
        </p:txBody>
      </p:sp>
      <p:pic>
        <p:nvPicPr>
          <p:cNvPr id="9" name="Imagem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09492766754d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8358" y="3196272"/>
            <a:ext cx="10079341" cy="3264829"/>
          </a:xfrm>
          <a:prstGeom xmlns:a="http://schemas.openxmlformats.org/drawingml/2006/main" prst="rect">
            <a:avLst/>
          </a:prstGeom>
        </p:spPr>
      </p:pic>
      <p:sp>
        <p:nvSpPr>
          <p:cNvPr id="18" name="CaixaDeTexto 17">
            <a:extLst xmlns:a="http://schemas.openxmlformats.org/drawingml/2006/main">
              <a:ext uri="{FF2B5EF4-FFF2-40B4-BE49-F238E27FC236}">
                <a16:creationId xmlns:a16="http://schemas.microsoft.com/office/drawing/2014/main" id="{D8D4B2F6-9EAB-5237-B09D-88EDC617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59" y="1465832"/>
            <a:ext cx="10079341" cy="6495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O sistema recebe o documento, normaliza sua estrutura, distribui a revisão entre agentes especializados, valida os comentários e consolida a saída em DOCX comentado e JSON.</a:t>
            </a:r>
          </a:p>
        </p:txBody>
      </p:sp>
    </p:spTree>
    <p:extLst>
      <p:ext uri="{BB962C8B-B14F-4D97-AF65-F5344CB8AC3E}">
        <p14:creationId xmlns:p14="http://schemas.microsoft.com/office/powerpoint/2010/main" val="26246300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Forma Livre: Forma 25">
            <a:extLst xmlns:a="http://schemas.openxmlformats.org/drawingml/2006/main">
              <a:ext uri="{FF2B5EF4-FFF2-40B4-BE49-F238E27FC236}">
                <a16:creationId xmlns:a16="http://schemas.microsoft.com/office/drawing/2014/main" id="{57DAB968-9B52-4EFF-AD39-7657DFEA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0634861" y="2030035"/>
            <a:ext cx="1080000" cy="1262947"/>
          </a:xfrm>
          <a:custGeom xmlns:a="http://schemas.openxmlformats.org/drawingml/2006/main"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 xmlns:a="http://schemas.openxmlformats.org/drawingml/2006/main"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80000"/>
                  <a:lumOff val="20000"/>
                </a:schemeClr>
              </a:gs>
              <a:gs pos="100000">
                <a:schemeClr val="bg2"/>
              </a:gs>
            </a:gsLst>
            <a:lin ang="600000"/>
          </a:gradFill>
          <a:effectLst xmlns:a="http://schemas.openxmlformats.org/drawingml/2006/main">
            <a:innerShdw blurRad="254000" dist="101600" dir="732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962BE440-9634-4380-B142-5DB69242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500000">
            <a:off x="10649261" y="1865908"/>
            <a:ext cx="540000" cy="108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0"/>
                </a:schemeClr>
              </a:gs>
              <a:gs pos="0">
                <a:schemeClr val="bg2">
                  <a:lumMod val="75000"/>
                  <a:lumOff val="25000"/>
                  <a:alpha val="33000"/>
                </a:schemeClr>
              </a:gs>
            </a:gsLst>
            <a:lin ang="5400000"/>
          </a:gradFill>
          <a:ln xmlns:a="http://schemas.openxmlformats.org/drawingml/2006/main">
            <a:noFill/>
          </a:ln>
          <a:effectLst xmlns:a="http://schemas.openxmlformats.org/drawingml/2006/main"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ítulo 6">
            <a:extLst xmlns:a="http://schemas.openxmlformats.org/drawingml/2006/main">
              <a:ext uri="{FF2B5EF4-FFF2-40B4-BE49-F238E27FC236}">
                <a16:creationId xmlns:a16="http://schemas.microsoft.com/office/drawing/2014/main" id="{4B18D636-CC10-4B1E-AA38-419DCCF2D9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0862" y="549275"/>
            <a:ext cx="11097551" cy="13320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Objetivos e entregas</a:t>
            </a:r>
          </a:p>
        </p:txBody>
      </p:sp>
      <p:sp>
        <p:nvSpPr>
          <p:cNvPr id="9" name="Marcador de Posição do Texto 8">
            <a:extLst xmlns:a="http://schemas.openxmlformats.org/drawingml/2006/main">
              <a:ext uri="{FF2B5EF4-FFF2-40B4-BE49-F238E27FC236}">
                <a16:creationId xmlns:a16="http://schemas.microsoft.com/office/drawing/2014/main" id="{0D098C43-2F2A-4100-89BC-5931039293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0864" y="1731375"/>
            <a:ext cx="5437186" cy="5353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000"/>
              <a:t/>
            </a:r>
          </a:p>
        </p:txBody>
      </p:sp>
      <p:sp>
        <p:nvSpPr>
          <p:cNvPr id="10" name="Marcador de Posição de Conteúdo 9">
            <a:extLst xmlns:a="http://schemas.openxmlformats.org/drawingml/2006/main">
              <a:ext uri="{FF2B5EF4-FFF2-40B4-BE49-F238E27FC236}">
                <a16:creationId xmlns:a16="http://schemas.microsoft.com/office/drawing/2014/main" id="{1DB251F7-EBE7-46AC-A920-FFE2C5AF68E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50863" y="2427370"/>
            <a:ext cx="5429114" cy="351555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/>
            </a:r>
          </a:p>
        </p:txBody>
      </p:sp>
      <p:sp>
        <p:nvSpPr>
          <p:cNvPr id="11" name="Marcador de Posição do Texto 10">
            <a:extLst xmlns:a="http://schemas.openxmlformats.org/drawingml/2006/main">
              <a:ext uri="{FF2B5EF4-FFF2-40B4-BE49-F238E27FC236}">
                <a16:creationId xmlns:a16="http://schemas.microsoft.com/office/drawing/2014/main" id="{60726BA7-44D6-4116-90E3-38325026EAA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212024" y="1731375"/>
            <a:ext cx="5436392" cy="5353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000"/>
              <a:t/>
            </a:r>
          </a:p>
        </p:txBody>
      </p:sp>
      <p:sp>
        <p:nvSpPr>
          <p:cNvPr id="12" name="Marcador de Posição de Conteúdo 11">
            <a:extLst xmlns:a="http://schemas.openxmlformats.org/drawingml/2006/main">
              <a:ext uri="{FF2B5EF4-FFF2-40B4-BE49-F238E27FC236}">
                <a16:creationId xmlns:a16="http://schemas.microsoft.com/office/drawing/2014/main" id="{7FB7F30B-2A84-4C44-BC5A-E826ED6E74A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212023" y="2427370"/>
            <a:ext cx="5436391" cy="351555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/>
            </a:r>
          </a:p>
        </p:txBody>
      </p:sp>
      <p:sp>
        <p:nvSpPr>
          <p:cNvPr id="4" name="Marcador de Posição da Data 3">
            <a:extLst xmlns:a="http://schemas.openxmlformats.org/drawingml/2006/main">
              <a:ext uri="{FF2B5EF4-FFF2-40B4-BE49-F238E27FC236}">
                <a16:creationId xmlns:a16="http://schemas.microsoft.com/office/drawing/2014/main" id="{0C329F70-04F7-4C70-BCF8-D4371F54EF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550863" y="6507212"/>
            <a:ext cx="2628900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23 de abril de 2026</a:t>
            </a:r>
          </a:p>
        </p:txBody>
      </p:sp>
      <p:sp>
        <p:nvSpPr>
          <p:cNvPr id="5" name="Marcador de Posição do Rodapé 4">
            <a:extLst xmlns:a="http://schemas.openxmlformats.org/drawingml/2006/main">
              <a:ext uri="{FF2B5EF4-FFF2-40B4-BE49-F238E27FC236}">
                <a16:creationId xmlns:a16="http://schemas.microsoft.com/office/drawing/2014/main" id="{06A3302E-502D-4151-81C9-5FD6AF9596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359150" y="6507212"/>
            <a:ext cx="6379210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lang_IPEA_editorial</a:t>
            </a:r>
          </a:p>
        </p:txBody>
      </p:sp>
      <p:sp>
        <p:nvSpPr>
          <p:cNvPr id="6" name="Marcador de Posição do Número do Diapositivo 5">
            <a:extLst xmlns:a="http://schemas.openxmlformats.org/drawingml/2006/main"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948863" y="6507212"/>
            <a:ext cx="1692274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5</a:t>
            </a:r>
          </a:p>
        </p:txBody>
      </p:sp>
      <p:sp>
        <p:nvSpPr>
          <p:cNvPr id="22" name="Forma Livre: Forma 21">
            <a:extLst xmlns:a="http://schemas.openxmlformats.org/drawingml/2006/main">
              <a:ext uri="{FF2B5EF4-FFF2-40B4-BE49-F238E27FC236}">
                <a16:creationId xmlns:a16="http://schemas.microsoft.com/office/drawing/2014/main" id="{C6F3814E-455F-456B-B1AF-7B993965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0"/>
            <a:ext cx="360000" cy="274638"/>
          </a:xfrm>
          <a:custGeom xmlns:a="http://schemas.openxmlformats.org/drawingml/2006/main"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shape"/>
          </a:gradFill>
          <a:effectLst xmlns:a="http://schemas.openxmlformats.org/drawingml/2006/main"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251283-9CFF-436E-B13F-5E747D61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114300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C37"/>
          </a:solidFill>
          <a:ln xmlns:a="http://schemas.openxmlformats.org/drawingml/2006/main" w="0">
            <a:solidFill>
              <a:srgbClr val="201C3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0A0A3A-7C77-4780-860E-3EB1631D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Por que ele existe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C2AB3B-AEF3-40E5-8A94-8A78336B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28875"/>
            <a:ext cx="3381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8B5C8"/>
                </a:solidFill>
              </a:defRPr>
            </a:pPr>
            <a:r>
              <a:rPr sz="1350" b="0">
                <a:solidFill>
                  <a:srgbClr val="B8B5C8"/>
                </a:solidFill>
              </a:rPr>
              <a:t>Reduzir falso positivo e aumentar a confiança na revisão.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B8B5C8"/>
                </a:solidFill>
              </a:defRPr>
            </a:pPr>
            <a:r>
              <a:rPr sz="1350" b="0">
                <a:solidFill>
                  <a:srgbClr val="B8B5C8"/>
                </a:solidFill>
              </a:rPr>
              <a:t>Dar comentários curtos, localizados e acionáveis.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B8B5C8"/>
                </a:solidFill>
              </a:defRPr>
            </a:pPr>
            <a:r>
              <a:rPr sz="1350" b="0">
                <a:solidFill>
                  <a:srgbClr val="B8B5C8"/>
                </a:solidFill>
              </a:rPr>
              <a:t>Evitar correções silenciosas e tornar a revisão transparente.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0BD0C8-C5F4-4D3E-9983-16AB62D9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33550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O que ele entrega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E355AD-6FF0-420B-80AC-2025F75D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28875"/>
            <a:ext cx="3286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8B5C8"/>
                </a:solidFill>
              </a:defRPr>
            </a:pPr>
            <a:r>
              <a:rPr sz="1350" b="0">
                <a:solidFill>
                  <a:srgbClr val="B8B5C8"/>
                </a:solidFill>
              </a:rPr>
              <a:t>Leitura estruturada do documento.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B8B5C8"/>
                </a:solidFill>
              </a:defRPr>
            </a:pPr>
            <a:r>
              <a:rPr sz="1350" b="0">
                <a:solidFill>
                  <a:srgbClr val="B8B5C8"/>
                </a:solidFill>
              </a:rPr>
              <a:t>Revisão por agentes especializados.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B8B5C8"/>
                </a:solidFill>
              </a:defRPr>
            </a:pPr>
            <a:r>
              <a:rPr sz="1350" b="0">
                <a:solidFill>
                  <a:srgbClr val="B8B5C8"/>
                </a:solidFill>
              </a:rPr>
              <a:t>DOCX comentado e relatório JSON consolidado.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66A62C-5D75-44E8-87F9-B7BA8582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33550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O que não esperar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F77826-9D1B-43C0-8A56-138613D7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28875"/>
            <a:ext cx="3286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8B5C8"/>
                </a:solidFill>
              </a:defRPr>
            </a:pPr>
            <a:r>
              <a:rPr sz="1350" b="0">
                <a:solidFill>
                  <a:srgbClr val="B8B5C8"/>
                </a:solidFill>
              </a:rPr>
              <a:t>Reescrita autoral 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B8B5C8"/>
                </a:solidFill>
              </a:defRPr>
            </a:pPr>
            <a:r>
              <a:rPr sz="1350" b="0">
                <a:solidFill>
                  <a:srgbClr val="B8B5C8"/>
                </a:solidFill>
              </a:rPr>
              <a:t>Substituição total da revisão humana.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B8B5C8"/>
                </a:solidFill>
              </a:defRPr>
            </a:pPr>
            <a:r>
              <a:rPr sz="1350" b="0">
                <a:solidFill>
                  <a:srgbClr val="B8B5C8"/>
                </a:solidFill>
              </a:rPr>
              <a:t>Resultado perfeito em qualquer arquivo de entrada.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61259D-76C7-432E-BCA2-2B415032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715000"/>
            <a:ext cx="11430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C37"/>
          </a:solidFill>
          <a:ln xmlns:a="http://schemas.openxmlformats.org/drawingml/2006/main" w="0">
            <a:solidFill>
              <a:srgbClr val="201C3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C15F0D-F207-4389-96C8-0C488AA2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53000"/>
            <a:ext cx="1143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C37"/>
          </a:solidFill>
          <a:ln xmlns:a="http://schemas.openxmlformats.org/drawingml/2006/main" w="0">
            <a:solidFill>
              <a:srgbClr val="201C3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C7C214-4522-4C3E-A2E8-ED37BAC6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01980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C37"/>
          </a:solidFill>
          <a:ln xmlns:a="http://schemas.openxmlformats.org/drawingml/2006/main" w="0">
            <a:solidFill>
              <a:srgbClr val="201C3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8913455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ítulo 6">
            <a:extLst xmlns:a="http://schemas.openxmlformats.org/drawingml/2006/main">
              <a:ext uri="{FF2B5EF4-FFF2-40B4-BE49-F238E27FC236}">
                <a16:creationId xmlns:a16="http://schemas.microsoft.com/office/drawing/2014/main" id="{47788B34-4190-4916-9048-47720EA5AB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0862" y="549275"/>
            <a:ext cx="11097551" cy="1332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Ecossistema e diferencial</a:t>
            </a:r>
          </a:p>
        </p:txBody>
      </p:sp>
      <p:sp>
        <p:nvSpPr>
          <p:cNvPr id="8" name="Marcador de Posição do Texto 7">
            <a:extLst xmlns:a="http://schemas.openxmlformats.org/drawingml/2006/main">
              <a:ext uri="{FF2B5EF4-FFF2-40B4-BE49-F238E27FC236}">
                <a16:creationId xmlns:a16="http://schemas.microsoft.com/office/drawing/2014/main" id="{ABA415A0-3B77-43FB-A408-5F1DA4B0AA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0864" y="1731375"/>
            <a:ext cx="3563936" cy="5353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Inspirações</a:t>
            </a:r>
          </a:p>
        </p:txBody>
      </p:sp>
      <p:sp>
        <p:nvSpPr>
          <p:cNvPr id="9" name="Marcador de Posição de Conteúdo 8">
            <a:extLst xmlns:a="http://schemas.openxmlformats.org/drawingml/2006/main">
              <a:ext uri="{FF2B5EF4-FFF2-40B4-BE49-F238E27FC236}">
                <a16:creationId xmlns:a16="http://schemas.microsoft.com/office/drawing/2014/main" id="{8598ECEC-4413-4244-8F21-0076EC51180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59476" y="2432304"/>
            <a:ext cx="3563936" cy="351555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/>
              <a:t>Grammarly e Microsoft Editor </a:t>
            </a:r>
            <a:r>
              <a:rPr sz="1400"/>
              <a:t>mostram</a:t>
            </a:r>
            <a:r>
              <a:rPr sz="1400"/>
              <a:t> o valor da </a:t>
            </a:r>
            <a:r>
              <a:rPr sz="1400"/>
              <a:t>assistência</a:t>
            </a:r>
            <a:r>
              <a:rPr sz="1400"/>
              <a:t> </a:t>
            </a:r>
            <a:r>
              <a:rPr sz="1400"/>
              <a:t>linguística</a:t>
            </a:r>
            <a:r>
              <a:rPr sz="1400"/>
              <a:t>.</a:t>
            </a:r>
          </a:p>
          <a:p xmlns:a="http://schemas.openxmlformats.org/drawingml/2006/main">
            <a:pPr>
              <a:buNone/>
            </a:pPr>
            <a:r>
              <a:rPr sz="1400"/>
              <a:t>PerfectIt </a:t>
            </a:r>
            <a:r>
              <a:rPr sz="1400"/>
              <a:t>inspira</a:t>
            </a:r>
            <a:r>
              <a:rPr sz="1400"/>
              <a:t> a </a:t>
            </a:r>
            <a:r>
              <a:rPr sz="1400"/>
              <a:t>busca</a:t>
            </a:r>
            <a:r>
              <a:rPr sz="1400"/>
              <a:t> </a:t>
            </a:r>
            <a:r>
              <a:rPr sz="1400"/>
              <a:t>por</a:t>
            </a:r>
            <a:r>
              <a:rPr sz="1400"/>
              <a:t> </a:t>
            </a:r>
            <a:r>
              <a:rPr sz="1400"/>
              <a:t>consistência</a:t>
            </a:r>
            <a:r>
              <a:rPr sz="1400"/>
              <a:t> editorial.</a:t>
            </a:r>
          </a:p>
          <a:p xmlns:a="http://schemas.openxmlformats.org/drawingml/2006/main">
            <a:pPr>
              <a:buNone/>
            </a:pPr>
            <a:r>
              <a:rPr sz="1400"/>
              <a:t>Trinka se </a:t>
            </a:r>
            <a:r>
              <a:rPr sz="1400"/>
              <a:t>aproxima</a:t>
            </a:r>
            <a:r>
              <a:rPr sz="1400"/>
              <a:t> do un</a:t>
            </a:r>
            <a:r>
              <a:rPr sz="1400"/>
              <a:t>i</a:t>
            </a:r>
            <a:r>
              <a:rPr sz="1400"/>
              <a:t>verso </a:t>
            </a:r>
            <a:r>
              <a:rPr sz="1400"/>
              <a:t>acadêmico</a:t>
            </a:r>
            <a:r>
              <a:rPr sz="1400"/>
              <a:t>.</a:t>
            </a:r>
          </a:p>
        </p:txBody>
      </p:sp>
      <p:sp>
        <p:nvSpPr>
          <p:cNvPr id="12" name="Marcador de Posição do Texto 11">
            <a:extLst xmlns:a="http://schemas.openxmlformats.org/drawingml/2006/main">
              <a:ext uri="{FF2B5EF4-FFF2-40B4-BE49-F238E27FC236}">
                <a16:creationId xmlns:a16="http://schemas.microsoft.com/office/drawing/2014/main" id="{3A63626D-0E6E-4023-ABFC-A744C986215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341573" y="1731375"/>
            <a:ext cx="3566160" cy="5353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Concorrentes</a:t>
            </a:r>
          </a:p>
        </p:txBody>
      </p:sp>
      <p:sp>
        <p:nvSpPr>
          <p:cNvPr id="13" name="Marcador de Posição de Conteúdo 12">
            <a:extLst xmlns:a="http://schemas.openxmlformats.org/drawingml/2006/main">
              <a:ext uri="{FF2B5EF4-FFF2-40B4-BE49-F238E27FC236}">
                <a16:creationId xmlns:a16="http://schemas.microsoft.com/office/drawing/2014/main" id="{258E9390-685C-4BAD-BFAD-EC56E81C4745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4341573" y="2427370"/>
            <a:ext cx="3508755" cy="351555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/>
              <a:t>Em </a:t>
            </a:r>
            <a:r>
              <a:rPr sz="1400"/>
              <a:t>geral</a:t>
            </a:r>
            <a:r>
              <a:rPr sz="1400"/>
              <a:t>, </a:t>
            </a:r>
            <a:r>
              <a:rPr sz="1400"/>
              <a:t>essas</a:t>
            </a:r>
            <a:r>
              <a:rPr sz="1400"/>
              <a:t> ferramentas </a:t>
            </a:r>
            <a:r>
              <a:rPr sz="1400"/>
              <a:t>focam</a:t>
            </a:r>
            <a:r>
              <a:rPr sz="1400"/>
              <a:t> </a:t>
            </a:r>
            <a:r>
              <a:rPr sz="1400"/>
              <a:t>escrita</a:t>
            </a:r>
            <a:r>
              <a:rPr sz="1400"/>
              <a:t>, </a:t>
            </a:r>
            <a:r>
              <a:rPr sz="1400"/>
              <a:t>estilo</a:t>
            </a:r>
            <a:r>
              <a:rPr sz="1400"/>
              <a:t> </a:t>
            </a:r>
            <a:r>
              <a:rPr sz="1400"/>
              <a:t>ou</a:t>
            </a:r>
            <a:r>
              <a:rPr sz="1400"/>
              <a:t> </a:t>
            </a:r>
            <a:r>
              <a:rPr sz="1400"/>
              <a:t>revisão</a:t>
            </a:r>
            <a:r>
              <a:rPr sz="1400"/>
              <a:t> </a:t>
            </a:r>
            <a:r>
              <a:rPr sz="1400"/>
              <a:t>acadêmica</a:t>
            </a:r>
            <a:r>
              <a:rPr sz="1400"/>
              <a:t> </a:t>
            </a:r>
            <a:r>
              <a:rPr sz="1400"/>
              <a:t>genérica</a:t>
            </a:r>
            <a:r>
              <a:rPr sz="1400"/>
              <a:t>.</a:t>
            </a:r>
          </a:p>
          <a:p xmlns:a="http://schemas.openxmlformats.org/drawingml/2006/main">
            <a:pPr>
              <a:buNone/>
            </a:pPr>
            <a:r>
              <a:rPr sz="1400"/>
              <a:t>Poucas</a:t>
            </a:r>
            <a:r>
              <a:rPr sz="1400"/>
              <a:t> </a:t>
            </a:r>
            <a:r>
              <a:rPr sz="1400"/>
              <a:t>tratam</a:t>
            </a:r>
            <a:r>
              <a:rPr sz="1400"/>
              <a:t> o </a:t>
            </a:r>
            <a:r>
              <a:rPr sz="1400"/>
              <a:t>documento</a:t>
            </a:r>
            <a:r>
              <a:rPr sz="1400"/>
              <a:t> </a:t>
            </a:r>
            <a:r>
              <a:rPr sz="1400"/>
              <a:t>como</a:t>
            </a:r>
            <a:r>
              <a:rPr sz="1400"/>
              <a:t> </a:t>
            </a:r>
            <a:r>
              <a:rPr sz="1400"/>
              <a:t>fluxo</a:t>
            </a:r>
            <a:r>
              <a:rPr sz="1400"/>
              <a:t> editorial </a:t>
            </a:r>
            <a:r>
              <a:rPr sz="1400"/>
              <a:t>completo</a:t>
            </a:r>
            <a:r>
              <a:rPr sz="1400"/>
              <a:t>.</a:t>
            </a:r>
          </a:p>
        </p:txBody>
      </p:sp>
      <p:sp>
        <p:nvSpPr>
          <p:cNvPr id="10" name="Marcador de Posição do Texto 9">
            <a:extLst xmlns:a="http://schemas.openxmlformats.org/drawingml/2006/main">
              <a:ext uri="{FF2B5EF4-FFF2-40B4-BE49-F238E27FC236}">
                <a16:creationId xmlns:a16="http://schemas.microsoft.com/office/drawing/2014/main" id="{34A9BC34-CFDB-4D7A-8D6C-1CE608D0909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8139659" y="1731375"/>
            <a:ext cx="3566160" cy="5353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O que fazemos diferente</a:t>
            </a:r>
          </a:p>
        </p:txBody>
      </p:sp>
      <p:sp>
        <p:nvSpPr>
          <p:cNvPr id="11" name="Marcador de Posição de Conteúdo 10">
            <a:extLst xmlns:a="http://schemas.openxmlformats.org/drawingml/2006/main">
              <a:ext uri="{FF2B5EF4-FFF2-40B4-BE49-F238E27FC236}">
                <a16:creationId xmlns:a16="http://schemas.microsoft.com/office/drawing/2014/main" id="{1D014E48-5DD9-49CE-AD5B-0FEF69204F6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8139659" y="2427370"/>
            <a:ext cx="3508755" cy="351555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/>
              <a:t>Combinamos</a:t>
            </a:r>
            <a:r>
              <a:rPr sz="1400"/>
              <a:t> </a:t>
            </a:r>
            <a:r>
              <a:rPr sz="1400"/>
              <a:t>contexto</a:t>
            </a:r>
            <a:r>
              <a:rPr sz="1400"/>
              <a:t> documental, </a:t>
            </a:r>
            <a:r>
              <a:rPr sz="1400"/>
              <a:t>agentes</a:t>
            </a:r>
            <a:r>
              <a:rPr sz="1400"/>
              <a:t>por especialidade, comentários ancorados no arquivo e uma camada própria de referências com regras ABNT.</a:t>
            </a:r>
          </a:p>
        </p:txBody>
      </p:sp>
      <p:sp>
        <p:nvSpPr>
          <p:cNvPr id="14" name="Marcador de Posição da Data 13">
            <a:extLst xmlns:a="http://schemas.openxmlformats.org/drawingml/2006/main">
              <a:ext uri="{FF2B5EF4-FFF2-40B4-BE49-F238E27FC236}">
                <a16:creationId xmlns:a16="http://schemas.microsoft.com/office/drawing/2014/main" id="{D236478C-E242-44E0-8357-C72C9B588C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550863" y="6507212"/>
            <a:ext cx="2628900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23 de abril de 2026</a:t>
            </a:r>
          </a:p>
        </p:txBody>
      </p:sp>
      <p:sp>
        <p:nvSpPr>
          <p:cNvPr id="15" name="Marcador de Posição do Rodapé 14">
            <a:extLst xmlns:a="http://schemas.openxmlformats.org/drawingml/2006/main">
              <a:ext uri="{FF2B5EF4-FFF2-40B4-BE49-F238E27FC236}">
                <a16:creationId xmlns:a16="http://schemas.microsoft.com/office/drawing/2014/main" id="{65A6DC02-681E-4AF7-AC6E-57CDDB2FBA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359150" y="6507212"/>
            <a:ext cx="6379210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lang_IPEA_editorial</a:t>
            </a:r>
          </a:p>
        </p:txBody>
      </p:sp>
      <p:sp>
        <p:nvSpPr>
          <p:cNvPr id="16" name="Marcador de Posição do Número do Diapositivo 15">
            <a:extLst xmlns:a="http://schemas.openxmlformats.org/drawingml/2006/main">
              <a:ext uri="{FF2B5EF4-FFF2-40B4-BE49-F238E27FC236}">
                <a16:creationId xmlns:a16="http://schemas.microsoft.com/office/drawing/2014/main" id="{CF0A8666-4477-461C-A79D-E91232EE97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948863" y="6507212"/>
            <a:ext cx="1692274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205470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ítulo 10">
            <a:extLst xmlns:a="http://schemas.openxmlformats.org/drawingml/2006/main">
              <a:ext uri="{FF2B5EF4-FFF2-40B4-BE49-F238E27FC236}">
                <a16:creationId xmlns:a16="http://schemas.microsoft.com/office/drawing/2014/main" id="{581E8936-2270-47FE-94A4-398CB123EF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0863" y="4508500"/>
            <a:ext cx="4500562" cy="156295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Posicionamento</a:t>
            </a:r>
          </a:p>
        </p:txBody>
      </p:sp>
      <p:pic>
        <p:nvPicPr>
          <p:cNvPr id="12" name="Marcador de Posição da Imagem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0443700c4477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3776472"/>
          </a:xfrm>
          <a:prstGeom xmlns:a="http://schemas.openxmlformats.org/drawingml/2006/main" prst="rect">
            <a:avLst/>
          </a:prstGeom>
        </p:spPr>
      </p:pic>
      <p:sp>
        <p:nvSpPr>
          <p:cNvPr id="13" name="Marcador de Posição de Conteúdo 12">
            <a:extLst xmlns:a="http://schemas.openxmlformats.org/drawingml/2006/main">
              <a:ext uri="{FF2B5EF4-FFF2-40B4-BE49-F238E27FC236}">
                <a16:creationId xmlns:a16="http://schemas.microsoft.com/office/drawing/2014/main" id="{C0287FEC-3826-4868-8D93-52429C6156F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5262411" y="4508500"/>
            <a:ext cx="6221412" cy="156368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800"/>
              <a:t>O projeto não é apenas um corretor de texto. Ele foi desenhado para apoiar a revisão editorial de documentos técnicos, com transparência, rastreabilidade e aderência a regras específicas. Enquanto concorrentes ajudam a escrever melhor, aqui o foco é revisar editorialmente melhor.</a:t>
            </a:r>
          </a:p>
        </p:txBody>
      </p:sp>
      <p:sp>
        <p:nvSpPr>
          <p:cNvPr id="4" name="Marcador de Posição da Data 3">
            <a:extLst xmlns:a="http://schemas.openxmlformats.org/drawingml/2006/main">
              <a:ext uri="{FF2B5EF4-FFF2-40B4-BE49-F238E27FC236}">
                <a16:creationId xmlns:a16="http://schemas.microsoft.com/office/drawing/2014/main" id="{0C329F70-04F7-4C70-BCF8-D4371F54EF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550863" y="6507212"/>
            <a:ext cx="2628900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23 de abril de 2026</a:t>
            </a:r>
          </a:p>
        </p:txBody>
      </p:sp>
      <p:sp>
        <p:nvSpPr>
          <p:cNvPr id="5" name="Marcador de Posição do Rodapé 4">
            <a:extLst xmlns:a="http://schemas.openxmlformats.org/drawingml/2006/main">
              <a:ext uri="{FF2B5EF4-FFF2-40B4-BE49-F238E27FC236}">
                <a16:creationId xmlns:a16="http://schemas.microsoft.com/office/drawing/2014/main" id="{06A3302E-502D-4151-81C9-5FD6AF9596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359150" y="6507212"/>
            <a:ext cx="6379210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lang_IPEA_editorial</a:t>
            </a:r>
          </a:p>
        </p:txBody>
      </p:sp>
      <p:sp>
        <p:nvSpPr>
          <p:cNvPr id="6" name="Marcador de Posição do Número do Diapositivo 5">
            <a:extLst xmlns:a="http://schemas.openxmlformats.org/drawingml/2006/main"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948863" y="6507212"/>
            <a:ext cx="1692274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5215613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ítulo 21">
            <a:extLst xmlns:a="http://schemas.openxmlformats.org/drawingml/2006/main">
              <a:ext uri="{FF2B5EF4-FFF2-40B4-BE49-F238E27FC236}">
                <a16:creationId xmlns:a16="http://schemas.microsoft.com/office/drawing/2014/main" id="{F8FAEED9-1ECD-45F9-87A0-9394BAEABB7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50863" y="549275"/>
            <a:ext cx="5437187" cy="298623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Boas práticas de uso</a:t>
            </a:r>
          </a:p>
        </p:txBody>
      </p:sp>
      <p:sp>
        <p:nvSpPr>
          <p:cNvPr id="23" name="Subtítulo 22">
            <a:extLst xmlns:a="http://schemas.openxmlformats.org/drawingml/2006/main">
              <a:ext uri="{FF2B5EF4-FFF2-40B4-BE49-F238E27FC236}">
                <a16:creationId xmlns:a16="http://schemas.microsoft.com/office/drawing/2014/main" id="{8E5E4638-9BCB-4C2E-914F-CC868E2020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50863" y="1623535"/>
            <a:ext cx="5437187" cy="42816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Usar documentos com estrutura mínima de títulos, parágrafos e referências.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Preferir arquivos já semi-formatados, porque isso melhora a ancoragem dos agentes.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Tratar a saída como apoio editorial e sempre revisar os comentários antes de aplicar mudanças.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Testar com o modelo de LLM mais estável para o tipo de revisão desejada.</a:t>
            </a:r>
          </a:p>
        </p:txBody>
      </p:sp>
      <p:pic>
        <p:nvPicPr>
          <p:cNvPr id="24" name="Marcador de Posição da Imagem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3b79849738483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56248" y="548640"/>
            <a:ext cx="5084064" cy="2880360"/>
          </a:xfrm>
          <a:prstGeom xmlns:a="http://schemas.openxmlformats.org/drawingml/2006/main" prst="rect">
            <a:avLst/>
          </a:prstGeom>
        </p:spPr>
      </p:pic>
      <p:pic>
        <p:nvPicPr>
          <p:cNvPr id="25" name="Marcador de Posição da Imagem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591a54de20475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56248" y="3429000"/>
            <a:ext cx="5084064" cy="2880360"/>
          </a:xfrm>
          <a:prstGeom xmlns:a="http://schemas.openxmlformats.org/drawingml/2006/main" prst="rect">
            <a:avLst/>
          </a:prstGeom>
        </p:spPr>
      </p:pic>
      <p:sp>
        <p:nvSpPr>
          <p:cNvPr id="4" name="Marcador de Posição da Data 3">
            <a:extLst xmlns:a="http://schemas.openxmlformats.org/drawingml/2006/main">
              <a:ext uri="{FF2B5EF4-FFF2-40B4-BE49-F238E27FC236}">
                <a16:creationId xmlns:a16="http://schemas.microsoft.com/office/drawing/2014/main" id="{7823E305-6365-4345-8BD1-4A31C61D96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550863" y="6507212"/>
            <a:ext cx="2628900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23 de abril de 2026</a:t>
            </a:r>
          </a:p>
        </p:txBody>
      </p:sp>
      <p:sp>
        <p:nvSpPr>
          <p:cNvPr id="5" name="Marcador de Posição do Rodapé 4">
            <a:extLst xmlns:a="http://schemas.openxmlformats.org/drawingml/2006/main">
              <a:ext uri="{FF2B5EF4-FFF2-40B4-BE49-F238E27FC236}">
                <a16:creationId xmlns:a16="http://schemas.microsoft.com/office/drawing/2014/main" id="{0B37A3FF-ED32-4C4A-A21F-848A3BF6F8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359150" y="6507212"/>
            <a:ext cx="6379210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lang_IPEA_editorial</a:t>
            </a:r>
          </a:p>
        </p:txBody>
      </p:sp>
      <p:sp>
        <p:nvSpPr>
          <p:cNvPr id="6" name="Marcador de Posição do Número do Diapositivo 5">
            <a:extLst xmlns:a="http://schemas.openxmlformats.org/drawingml/2006/main">
              <a:ext uri="{FF2B5EF4-FFF2-40B4-BE49-F238E27FC236}">
                <a16:creationId xmlns:a16="http://schemas.microsoft.com/office/drawing/2014/main" id="{36E60F23-FB58-4EF8-82FD-E86CED25FD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948863" y="6507212"/>
            <a:ext cx="1692274" cy="1538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477988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ço Reservado para Imagem 1">
            <a:extLst xmlns:a="http://schemas.openxmlformats.org/drawingml/2006/main">
              <a:ext uri="{FF2B5EF4-FFF2-40B4-BE49-F238E27FC236}">
                <a16:creationId xmlns:a16="http://schemas.microsoft.com/office/drawing/2014/main" id="{B964E8AE-83BD-FC61-6E88-E0FEF472AE14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Espaço Reservado para Imagem 2">
            <a:extLst xmlns:a="http://schemas.openxmlformats.org/drawingml/2006/main">
              <a:ext uri="{FF2B5EF4-FFF2-40B4-BE49-F238E27FC236}">
                <a16:creationId xmlns:a16="http://schemas.microsoft.com/office/drawing/2014/main" id="{B96D9889-5ADD-D8C1-30E6-41B1F679FA7A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9CABF-899F-40B2-A689-39D1549E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C37"/>
          </a:solidFill>
          <a:ln xmlns:a="http://schemas.openxmlformats.org/drawingml/2006/main" w="0">
            <a:solidFill>
              <a:srgbClr val="201C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7599A-6701-4770-94C8-259F8CDE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FFFFFF"/>
                </a:solidFill>
              </a:defRPr>
            </a:pPr>
            <a:r>
              <a:rPr sz="2850" b="0">
                <a:solidFill>
                  <a:srgbClr val="FFFFFF"/>
                </a:solidFill>
              </a:rPr>
              <a:t>Desafios encontrados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63E39-9770-413D-9F66-FAD0D19B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6953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B8B5C8"/>
                </a:solidFill>
              </a:defRPr>
            </a:pPr>
            <a:r>
              <a:rPr sz="1575" b="0">
                <a:solidFill>
                  <a:srgbClr val="B8B5C8"/>
                </a:solidFill>
              </a:rPr>
              <a:t>A qualidade das respostas varia conforme o modelo de LLM utilizado; modelos mais fracos tendem a gerar mais ruído, omissões ou comentários genéricos.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B8B5C8"/>
                </a:solidFill>
              </a:defRPr>
            </a:pPr>
            <a:r>
              <a:rPr sz="1575" b="0">
                <a:solidFill>
                  <a:srgbClr val="B8B5C8"/>
                </a:solidFill>
              </a:rPr>
              <a:t>Quando o documento chega pouco estruturado, a ancoragem dos agentes fica mais difícil. Documentos já semi-formatados melhoram a localização e a precisão dos comentários.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B8B5C8"/>
                </a:solidFill>
              </a:defRPr>
            </a:pPr>
            <a:r>
              <a:rPr sz="1575" b="0">
                <a:solidFill>
                  <a:srgbClr val="B8B5C8"/>
                </a:solidFill>
              </a:rPr>
              <a:t>Mesmo com filtros e validação, o sistema ainda precisa de revisão humana em casos ambíguos ou sensíveis editorialmente.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18A2F-5888-4D43-B4D6-F486B1D3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907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Pontos de atenção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E9A8A-8CB7-4716-86F7-F5E559CF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304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8B5C8"/>
                </a:solidFill>
              </a:defRPr>
            </a:pPr>
            <a:r>
              <a:rPr sz="1500" b="0">
                <a:solidFill>
                  <a:srgbClr val="B8B5C8"/>
                </a:solidFill>
              </a:rPr>
              <a:t>- variabilidade entre modelos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B8B5C8"/>
                </a:solidFill>
              </a:defRPr>
            </a:pPr>
            <a:r>
              <a:rPr sz="1500" b="0">
                <a:solidFill>
                  <a:srgbClr val="B8B5C8"/>
                </a:solidFill>
              </a:rPr>
              <a:t>- dependência da estrutura do arquivo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B8B5C8"/>
                </a:solidFill>
              </a:defRPr>
            </a:pPr>
            <a:r>
              <a:rPr sz="1500" b="0">
                <a:solidFill>
                  <a:srgbClr val="B8B5C8"/>
                </a:solidFill>
              </a:rPr>
              <a:t>- necessidade de validação humana final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B0C95C-A86D-40BE-B844-9FA5BC4D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23 de abril de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167F80-5576-47B7-8764-F44AE943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5532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lang_IPEA_editorial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B62D11-8F62-4D77-8394-FA879655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192946986"/>
      </p:ext>
    </p:extLst>
  </p:cSld>
</p:sld>
</file>

<file path=ppt/theme/theme1.xml><?xml version="1.0" encoding="utf-8"?>
<a:theme xmlns:a="http://schemas.openxmlformats.org/drawingml/2006/main" name="Float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loa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2026-04-24T01:17:26.8160000Z</dcterms:created>
  <dcterms:modified xsi:type="dcterms:W3CDTF">2026-04-24T01:17:26.8160000Z</dcterms:modified>
</coreProperties>
</file>