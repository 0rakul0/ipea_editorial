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07f11808d433b" /><Relationship Type="http://schemas.openxmlformats.org/officeDocument/2006/relationships/extended-properties" Target="/docProps/app.xml" Id="R737ffb68f06549a5" /><Relationship Type="http://schemas.openxmlformats.org/officeDocument/2006/relationships/officeDocument" Target="/ppt/presentation.xml" Id="R1ed139dfd62b49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3e9fa2121648b7"/>
  </p:sldMasterIdLst>
  <p:notesMasterIdLst>
    <p:notesMasterId xmlns:r="http://schemas.openxmlformats.org/officeDocument/2006/relationships" r:id="R4b35e4a134404afd"/>
  </p:notesMasterIdLst>
  <p:sldIdLst>
    <p:sldId xmlns:r="http://schemas.openxmlformats.org/officeDocument/2006/relationships" id="256" r:id="Ra349b24dcc684246"/>
    <p:sldId xmlns:r="http://schemas.openxmlformats.org/officeDocument/2006/relationships" id="257" r:id="R4fcd18f60d3b4dfe"/>
    <p:sldId xmlns:r="http://schemas.openxmlformats.org/officeDocument/2006/relationships" id="258" r:id="R28b0c7ce63f24f54"/>
    <p:sldId xmlns:r="http://schemas.openxmlformats.org/officeDocument/2006/relationships" id="259" r:id="R75f4496c58454c7d"/>
    <p:sldId xmlns:r="http://schemas.openxmlformats.org/officeDocument/2006/relationships" id="260" r:id="R15e619de329c4e69"/>
    <p:sldId xmlns:r="http://schemas.openxmlformats.org/officeDocument/2006/relationships" id="261" r:id="R52de1bc03c304176"/>
    <p:sldId xmlns:r="http://schemas.openxmlformats.org/officeDocument/2006/relationships" id="262" r:id="R2d74d2ac10e445d8"/>
    <p:sldId xmlns:r="http://schemas.openxmlformats.org/officeDocument/2006/relationships" id="263" r:id="Rb8fb05ff388f4ac0"/>
    <p:sldId xmlns:r="http://schemas.openxmlformats.org/officeDocument/2006/relationships" id="264" r:id="Rfd19d1cfce6445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e9fa2121648b7" /><Relationship Type="http://schemas.openxmlformats.org/officeDocument/2006/relationships/theme" Target="/ppt/theme/theme1.xml" Id="Ra3cdae697a384138" /><Relationship Type="http://schemas.openxmlformats.org/officeDocument/2006/relationships/notesMaster" Target="/ppt/notesMasters/notesMaster1.xml" Id="R4b35e4a134404afd" /><Relationship Type="http://schemas.openxmlformats.org/officeDocument/2006/relationships/presProps" Target="/ppt/presProps.xml" Id="R7fd525eb43aa489f" /><Relationship Type="http://schemas.openxmlformats.org/officeDocument/2006/relationships/viewProps" Target="/ppt/viewProps.xml" Id="Rbf8a78ea0f1644a5" /><Relationship Type="http://schemas.openxmlformats.org/officeDocument/2006/relationships/tableStyles" Target="/ppt/tableStyles.xml" Id="R675bd6a6bacf41be" /><Relationship Type="http://schemas.openxmlformats.org/officeDocument/2006/relationships/slide" Target="/ppt/slides/slide1.xml" Id="Ra349b24dcc684246" /><Relationship Type="http://schemas.openxmlformats.org/officeDocument/2006/relationships/slide" Target="/ppt/slides/slide2.xml" Id="R4fcd18f60d3b4dfe" /><Relationship Type="http://schemas.openxmlformats.org/officeDocument/2006/relationships/slide" Target="/ppt/slides/slide3.xml" Id="R28b0c7ce63f24f54" /><Relationship Type="http://schemas.openxmlformats.org/officeDocument/2006/relationships/slide" Target="/ppt/slides/slide4.xml" Id="R75f4496c58454c7d" /><Relationship Type="http://schemas.openxmlformats.org/officeDocument/2006/relationships/slide" Target="/ppt/slides/slide5.xml" Id="R15e619de329c4e69" /><Relationship Type="http://schemas.openxmlformats.org/officeDocument/2006/relationships/slide" Target="/ppt/slides/slide6.xml" Id="R52de1bc03c304176" /><Relationship Type="http://schemas.openxmlformats.org/officeDocument/2006/relationships/slide" Target="/ppt/slides/slide7.xml" Id="R2d74d2ac10e445d8" /><Relationship Type="http://schemas.openxmlformats.org/officeDocument/2006/relationships/slide" Target="/ppt/slides/slide8.xml" Id="Rb8fb05ff388f4ac0" /><Relationship Type="http://schemas.openxmlformats.org/officeDocument/2006/relationships/slide" Target="/ppt/slides/slide9.xml" Id="Rfd19d1cfce64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4a90595c504a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Float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loa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373b4c06d4b47" /><Relationship Type="http://schemas.openxmlformats.org/officeDocument/2006/relationships/notesMaster" Target="/ppt/notesMasters/notesMaster1.xml" Id="R5415c976ddc749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8d8d028f5b420d" /><Relationship Type="http://schemas.openxmlformats.org/officeDocument/2006/relationships/notesMaster" Target="/ppt/notesMasters/notesMaster1.xml" Id="R9a4fef81ad214a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2cc6d8fe3646ef" /><Relationship Type="http://schemas.openxmlformats.org/officeDocument/2006/relationships/notesMaster" Target="/ppt/notesMasters/notesMaster1.xml" Id="R83da9608731c4a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26f4cc7202497b" /><Relationship Type="http://schemas.openxmlformats.org/officeDocument/2006/relationships/notesMaster" Target="/ppt/notesMasters/notesMaster1.xml" Id="R594092dcdd8545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bceef69c3645c9" /><Relationship Type="http://schemas.openxmlformats.org/officeDocument/2006/relationships/notesMaster" Target="/ppt/notesMasters/notesMaster1.xml" Id="Rc360b27ce4ef4f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4e2b9e11524a3d" /><Relationship Type="http://schemas.openxmlformats.org/officeDocument/2006/relationships/notesMaster" Target="/ppt/notesMasters/notesMaster1.xml" Id="R58d797fa6137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db3a79ca4149d2" /><Relationship Type="http://schemas.openxmlformats.org/officeDocument/2006/relationships/notesMaster" Target="/ppt/notesMasters/notesMaster1.xml" Id="Rf6ee88ef25944c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832e41f2bc460e" /><Relationship Type="http://schemas.openxmlformats.org/officeDocument/2006/relationships/notesMaster" Target="/ppt/notesMasters/notesMaster1.xml" Id="R5cb4387866454b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96c9522038409c" /><Relationship Type="http://schemas.openxmlformats.org/officeDocument/2006/relationships/notesMaster" Target="/ppt/notesMasters/notesMaster1.xml" Id="R4f1bd5391121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41a67c9bf4b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19382197d43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6a224b3244e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2f977055b4f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046d3988341e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bafd3b1d349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4f31fd1a044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d524bd0074d8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b28fd80734bb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cbaf7cc02426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c51530b674e6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49e621d10444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2e9b23a9f423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9f70a8d9d412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45452753f4d2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22e8ed69f4ed8" /></Relationships>
</file>

<file path=ppt/slideLayouts/slideLayout2.xml><?xml version="1.0" encoding="utf-8"?>
<p:sldLayout xmlns:p="http://schemas.openxmlformats.org/presentationml/2006/main">
  <p:cSld name="1_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Posição da Imagem 13">
            <a:extLst xmlns:a="http://schemas.openxmlformats.org/drawingml/2006/main"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7452360" cy="6858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Texto 2">
            <a:extLst xmlns:a="http://schemas.openxmlformats.org/drawingml/2006/main"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7999413" y="3568700"/>
            <a:ext cx="3565524" cy="173196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11_Conteúdo em 3 colu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">
            <a:extLst xmlns:a="http://schemas.openxmlformats.org/drawingml/2006/main"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2" y="549275"/>
            <a:ext cx="11097551" cy="1332000"/>
          </a:xfr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buNone/>
              <a:defRPr sz="4800"/>
            </a:lvl1pPr>
          </a:lstStyle>
          <a:p xmlns:a="http://schemas.openxmlformats.org/drawingml/2006/main"/>
        </p:txBody>
      </p:sp>
      <p:sp>
        <p:nvSpPr>
          <p:cNvPr id="16" name="Marcador de Posição do Texto 2">
            <a:extLst xmlns:a="http://schemas.openxmlformats.org/drawingml/2006/main"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0864" y="1731375"/>
            <a:ext cx="3563936" cy="53535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000" b="0" spc="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22" name="Marcador de Posição do Texto 4">
            <a:extLst xmlns:a="http://schemas.openxmlformats.org/drawingml/2006/main"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4341573" y="1731375"/>
            <a:ext cx="3566160" cy="535354"/>
          </a:xfrm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buNone/>
              <a:defRPr sz="2000" b="0" spc="2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Marcador de Posição do Texto 4">
            <a:extLst xmlns:a="http://schemas.openxmlformats.org/drawingml/2006/main"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8139659" y="1731375"/>
            <a:ext cx="3566160" cy="535354"/>
          </a:xfrm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buNone/>
              <a:defRPr sz="2000" b="0" spc="2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3_Introdu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ítulo 1">
            <a:extLst xmlns:a="http://schemas.openxmlformats.org/drawingml/2006/main"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4507200"/>
            <a:ext cx="4500562" cy="156295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Marcador de Posição da Imagem 11">
            <a:extLst xmlns:a="http://schemas.openxmlformats.org/drawingml/2006/main"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3054096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" name="Marcador de Posição da Imagem 11">
            <a:extLst xmlns:a="http://schemas.openxmlformats.org/drawingml/2006/main"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/>
          <p:nvPr>
            <p:ph type="pic" idx="14"/>
          </p:nvPr>
        </p:nvSpPr>
        <p:spPr>
          <a:xfrm xmlns:a="http://schemas.openxmlformats.org/drawingml/2006/main">
            <a:off x="3054096" y="0"/>
            <a:ext cx="3054096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" name="Marcador de Posição da Imagem 11">
            <a:extLst xmlns:a="http://schemas.openxmlformats.org/drawingml/2006/main"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/>
          <p:nvPr>
            <p:ph type="pic" idx="15"/>
          </p:nvPr>
        </p:nvSpPr>
        <p:spPr>
          <a:xfrm xmlns:a="http://schemas.openxmlformats.org/drawingml/2006/main">
            <a:off x="6083808" y="0"/>
            <a:ext cx="3054096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Marcador de Posição da Imagem 11">
            <a:extLst xmlns:a="http://schemas.openxmlformats.org/drawingml/2006/main"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9137904" y="0"/>
            <a:ext cx="3054096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549275"/>
            <a:ext cx="11090275" cy="98488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4" name="Marcador de Posição do Texto 3">
            <a:extLst xmlns:a="http://schemas.openxmlformats.org/drawingml/2006/main"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550863" y="1750060"/>
            <a:ext cx="3565525" cy="4342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Marcador de Posição da Data 4">
            <a:extLst xmlns:a="http://schemas.openxmlformats.org/drawingml/2006/main"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Posição do Rodapé 5">
            <a:extLst xmlns:a="http://schemas.openxmlformats.org/drawingml/2006/main"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">
  <p:cSld name="Diapositivo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twoObj">
  <p:cSld name="Conteúdo Dup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549275"/>
            <a:ext cx="11090274" cy="1332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Marcador de Posição da Data 4">
            <a:extLst xmlns:a="http://schemas.openxmlformats.org/drawingml/2006/main"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Posição do Rodapé 5">
            <a:extLst xmlns:a="http://schemas.openxmlformats.org/drawingml/2006/main"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8_Equip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Marcador de Posição da Imagem 55">
            <a:extLst xmlns:a="http://schemas.openxmlformats.org/drawingml/2006/main"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1078992" y="1990724"/>
            <a:ext cx="1691640" cy="14356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" name="Marcador de Posição da Imagem 55">
            <a:extLst xmlns:a="http://schemas.openxmlformats.org/drawingml/2006/main"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/>
          <p:nvPr>
            <p:ph type="pic" idx="14"/>
          </p:nvPr>
        </p:nvSpPr>
        <p:spPr>
          <a:xfrm xmlns:a="http://schemas.openxmlformats.org/drawingml/2006/main">
            <a:off x="3838384" y="1990724"/>
            <a:ext cx="1691640" cy="14356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8" name="Marcador de Posição da Imagem 55">
            <a:extLst xmlns:a="http://schemas.openxmlformats.org/drawingml/2006/main"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/>
          <p:nvPr>
            <p:ph type="pic" idx="15"/>
          </p:nvPr>
        </p:nvSpPr>
        <p:spPr>
          <a:xfrm xmlns:a="http://schemas.openxmlformats.org/drawingml/2006/main">
            <a:off x="6661976" y="1993392"/>
            <a:ext cx="1691640" cy="14356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9" name="Marcador de Posição da Imagem 55">
            <a:extLst xmlns:a="http://schemas.openxmlformats.org/drawingml/2006/main"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9485568" y="1990724"/>
            <a:ext cx="1691640" cy="14356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3" name="Marcador de Posição do Texto 62">
            <a:extLst xmlns:a="http://schemas.openxmlformats.org/drawingml/2006/main"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/>
          <p:nvPr>
            <p:ph type="body" idx="18"/>
          </p:nvPr>
        </p:nvSpPr>
        <p:spPr>
          <a:xfrm xmlns:a="http://schemas.openxmlformats.org/drawingml/2006/main">
            <a:off x="1079500" y="3781425"/>
            <a:ext cx="1711325" cy="3657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61" name="Marcador de Posição do Texto 60">
            <a:extLst xmlns:a="http://schemas.openxmlformats.org/drawingml/2006/main"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/>
          <p:nvPr>
            <p:ph type="body" idx="17"/>
          </p:nvPr>
        </p:nvSpPr>
        <p:spPr>
          <a:xfrm xmlns:a="http://schemas.openxmlformats.org/drawingml/2006/main">
            <a:off x="1078733" y="4232949"/>
            <a:ext cx="1711572" cy="6381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65" name="Marcador de Posição do Texto 62">
            <a:extLst xmlns:a="http://schemas.openxmlformats.org/drawingml/2006/main"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/>
          <p:nvPr>
            <p:ph type="body" idx="20"/>
          </p:nvPr>
        </p:nvSpPr>
        <p:spPr>
          <a:xfrm xmlns:a="http://schemas.openxmlformats.org/drawingml/2006/main">
            <a:off x="3839151" y="3781425"/>
            <a:ext cx="1711325" cy="3657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64" name="Marcador de Posição do Texto 60">
            <a:extLst xmlns:a="http://schemas.openxmlformats.org/drawingml/2006/main"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/>
          <p:nvPr>
            <p:ph type="body" idx="19"/>
          </p:nvPr>
        </p:nvSpPr>
        <p:spPr>
          <a:xfrm xmlns:a="http://schemas.openxmlformats.org/drawingml/2006/main">
            <a:off x="3838384" y="4232949"/>
            <a:ext cx="1711572" cy="6381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67" name="Marcador de Posição do Texto 62">
            <a:extLst xmlns:a="http://schemas.openxmlformats.org/drawingml/2006/main"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/>
          <p:nvPr>
            <p:ph type="body" idx="22"/>
          </p:nvPr>
        </p:nvSpPr>
        <p:spPr>
          <a:xfrm xmlns:a="http://schemas.openxmlformats.org/drawingml/2006/main">
            <a:off x="6662743" y="3781425"/>
            <a:ext cx="1711325" cy="3657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66" name="Marcador de Posição do Texto 60">
            <a:extLst xmlns:a="http://schemas.openxmlformats.org/drawingml/2006/main"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/>
          <p:nvPr>
            <p:ph type="body" idx="21"/>
          </p:nvPr>
        </p:nvSpPr>
        <p:spPr>
          <a:xfrm xmlns:a="http://schemas.openxmlformats.org/drawingml/2006/main">
            <a:off x="6661976" y="4232949"/>
            <a:ext cx="1711572" cy="6381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69" name="Marcador de Posição do Texto 62">
            <a:extLst xmlns:a="http://schemas.openxmlformats.org/drawingml/2006/main"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/>
          <p:nvPr>
            <p:ph type="body" idx="24"/>
          </p:nvPr>
        </p:nvSpPr>
        <p:spPr>
          <a:xfrm xmlns:a="http://schemas.openxmlformats.org/drawingml/2006/main">
            <a:off x="9433112" y="3787288"/>
            <a:ext cx="1711325" cy="3657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68" name="Marcador de Posição do Texto 60">
            <a:extLst xmlns:a="http://schemas.openxmlformats.org/drawingml/2006/main"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/>
          <p:nvPr>
            <p:ph type="body" idx="23"/>
          </p:nvPr>
        </p:nvSpPr>
        <p:spPr>
          <a:xfrm xmlns:a="http://schemas.openxmlformats.org/drawingml/2006/main">
            <a:off x="9432345" y="4238812"/>
            <a:ext cx="1711572" cy="6381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2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1">
            <a:extLst xmlns:a="http://schemas.openxmlformats.org/drawingml/2006/main"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4" y="549275"/>
            <a:ext cx="3565524" cy="1997855"/>
          </a:xfrm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17" name="Marcador de Posição da Imagem 16">
            <a:extLst xmlns:a="http://schemas.openxmlformats.org/drawingml/2006/main"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5208928" y="1596771"/>
            <a:ext cx="3448558" cy="3448558"/>
          </a:xfrm>
          <a:custGeom xmlns:a="http://schemas.openxmlformats.org/drawingml/2006/main"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" name="Marcador de Posição da Imagem 21">
            <a:extLst xmlns:a="http://schemas.openxmlformats.org/drawingml/2006/main"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/>
          <p:nvPr>
            <p:ph type="pic" idx="14"/>
          </p:nvPr>
        </p:nvSpPr>
        <p:spPr>
          <a:xfrm xmlns:a="http://schemas.openxmlformats.org/drawingml/2006/main">
            <a:off x="8918575" y="596392"/>
            <a:ext cx="2263776" cy="2263776"/>
          </a:xfrm>
          <a:custGeom xmlns:a="http://schemas.openxmlformats.org/drawingml/2006/main"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" name="Marcador de Posição da Imagem 24">
            <a:extLst xmlns:a="http://schemas.openxmlformats.org/drawingml/2006/main"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/>
          <p:nvPr>
            <p:ph type="pic" idx="15"/>
          </p:nvPr>
        </p:nvSpPr>
        <p:spPr>
          <a:xfrm xmlns:a="http://schemas.openxmlformats.org/drawingml/2006/main">
            <a:off x="9091612" y="3324733"/>
            <a:ext cx="2936876" cy="2936876"/>
          </a:xfrm>
          <a:custGeom xmlns:a="http://schemas.openxmlformats.org/drawingml/2006/main"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5_Quebra de secção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arcador de Posição da Imagem 7">
            <a:extLst xmlns:a="http://schemas.openxmlformats.org/drawingml/2006/main"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13_Conclus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Marcador de Posição da Imagem 39">
            <a:extLst xmlns:a="http://schemas.openxmlformats.org/drawingml/2006/main"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/>
          <p:nvPr>
            <p:ph type="pic" idx="15"/>
          </p:nvPr>
        </p:nvSpPr>
        <p:spPr>
          <a:xfrm xmlns:a="http://schemas.openxmlformats.org/drawingml/2006/main">
            <a:off x="6556248" y="548640"/>
            <a:ext cx="5084064" cy="28803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Marcador de Posição da Imagem 41">
            <a:extLst xmlns:a="http://schemas.openxmlformats.org/drawingml/2006/main"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6556248" y="3429000"/>
            <a:ext cx="5084064" cy="28803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a Data 4">
            <a:extLst xmlns:a="http://schemas.openxmlformats.org/drawingml/2006/main"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Posição do Rodapé 5">
            <a:extLst xmlns:a="http://schemas.openxmlformats.org/drawingml/2006/main"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TxTwoObj">
  <p:cSld name="10_Conteúdo de 2 colunas (diapositivo de comparação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2" y="549275"/>
            <a:ext cx="11097551" cy="1332000"/>
          </a:xfr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buNone/>
              <a:defRPr sz="4800"/>
            </a:lvl1pPr>
          </a:lstStyle>
          <a:p xmlns:a="http://schemas.openxmlformats.org/drawingml/2006/main"/>
        </p:txBody>
      </p:sp>
      <p:sp>
        <p:nvSpPr>
          <p:cNvPr id="3" name="Marcador de Posição do Texto 2">
            <a:extLst xmlns:a="http://schemas.openxmlformats.org/drawingml/2006/main"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0864" y="1731375"/>
            <a:ext cx="5437186" cy="53535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1400" b="0" spc="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" name="Marcador de Posição do Texto 4">
            <a:extLst xmlns:a="http://schemas.openxmlformats.org/drawingml/2006/main"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12024" y="1731375"/>
            <a:ext cx="5436392" cy="535354"/>
          </a:xfrm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buNone/>
              <a:defRPr sz="1400" b="0" spc="2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Marcador de Posição da Data 6">
            <a:extLst xmlns:a="http://schemas.openxmlformats.org/drawingml/2006/main"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Marcador de Posição do Rodapé 7">
            <a:extLst xmlns:a="http://schemas.openxmlformats.org/drawingml/2006/main"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12_Resum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1">
            <a:extLst xmlns:a="http://schemas.openxmlformats.org/drawingml/2006/main"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4508500"/>
            <a:ext cx="4500562" cy="156295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Marcador de Posição da Imagem 9">
            <a:extLst xmlns:a="http://schemas.openxmlformats.org/drawingml/2006/main"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12192000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7_Cit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1">
            <a:extLst xmlns:a="http://schemas.openxmlformats.org/drawingml/2006/main"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4" y="549275"/>
            <a:ext cx="3566160" cy="3384550"/>
          </a:xfrm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>
            <a:lvl1pPr>
              <a:buNone/>
              <a:defRPr sz="4000"/>
            </a:lvl1pPr>
          </a:lstStyle>
          <a:p xmlns:a="http://schemas.openxmlformats.org/drawingml/2006/main"/>
        </p:txBody>
      </p:sp>
      <p:sp>
        <p:nvSpPr>
          <p:cNvPr id="15" name="Marcador de Posição da Imagem 14">
            <a:extLst xmlns:a="http://schemas.openxmlformats.org/drawingml/2006/main"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5535809" y="656633"/>
            <a:ext cx="5132388" cy="5132388"/>
          </a:xfrm>
          <a:custGeom xmlns:a="http://schemas.openxmlformats.org/drawingml/2006/main"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5_Linha Cronológica da Tabela do Gráfi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2" y="549275"/>
            <a:ext cx="11091600" cy="1332000"/>
          </a:xfr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4_Quebra de secção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arcador de Posição da Imagem 7">
            <a:extLst xmlns:a="http://schemas.openxmlformats.org/drawingml/2006/main"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dad67f6c0a4171" /><Relationship Type="http://schemas.openxmlformats.org/officeDocument/2006/relationships/slideLayout" Target="/ppt/slideLayouts/slideLayout2.xml" Id="R0779e0491c8a4ff9" /><Relationship Type="http://schemas.openxmlformats.org/officeDocument/2006/relationships/slideLayout" Target="/ppt/slideLayouts/slideLayout3.xml" Id="R26ff81631a0742d4" /><Relationship Type="http://schemas.openxmlformats.org/officeDocument/2006/relationships/slideLayout" Target="/ppt/slideLayouts/slideLayout4.xml" Id="Rcf1c8cfc9a26405e" /><Relationship Type="http://schemas.openxmlformats.org/officeDocument/2006/relationships/slideLayout" Target="/ppt/slideLayouts/slideLayout5.xml" Id="Redcf32dcba564a0e" /><Relationship Type="http://schemas.openxmlformats.org/officeDocument/2006/relationships/slideLayout" Target="/ppt/slideLayouts/slideLayout6.xml" Id="R6bcca9c151e045f6" /><Relationship Type="http://schemas.openxmlformats.org/officeDocument/2006/relationships/slideLayout" Target="/ppt/slideLayouts/slideLayout7.xml" Id="Re651be48a0524aaf" /><Relationship Type="http://schemas.openxmlformats.org/officeDocument/2006/relationships/slideLayout" Target="/ppt/slideLayouts/slideLayout8.xml" Id="R9b294dc165ea4fce" /><Relationship Type="http://schemas.openxmlformats.org/officeDocument/2006/relationships/slideLayout" Target="/ppt/slideLayouts/slideLayout9.xml" Id="Rb03ca457943d497f" /><Relationship Type="http://schemas.openxmlformats.org/officeDocument/2006/relationships/slideLayout" Target="/ppt/slideLayouts/slideLayout10.xml" Id="R0b3c5b23cdd84ca8" /><Relationship Type="http://schemas.openxmlformats.org/officeDocument/2006/relationships/slideLayout" Target="/ppt/slideLayouts/slideLayout11.xml" Id="R5e4fbe161fa8477a" /><Relationship Type="http://schemas.openxmlformats.org/officeDocument/2006/relationships/slideLayout" Target="/ppt/slideLayouts/slideLayout12.xml" Id="Ra3a6b80bca964ed0" /><Relationship Type="http://schemas.openxmlformats.org/officeDocument/2006/relationships/slideLayout" Target="/ppt/slideLayouts/slideLayout13.xml" Id="R0444983b67644d3d" /><Relationship Type="http://schemas.openxmlformats.org/officeDocument/2006/relationships/slideLayout" Target="/ppt/slideLayouts/slideLayout14.xml" Id="R3fce2b0d85134bff" /><Relationship Type="http://schemas.openxmlformats.org/officeDocument/2006/relationships/slideLayout" Target="/ppt/slideLayouts/slideLayout15.xml" Id="R0d79420bd71d4125" /><Relationship Type="http://schemas.openxmlformats.org/officeDocument/2006/relationships/slideLayout" Target="/ppt/slideLayouts/slideLayout16.xml" Id="Rc6483f2262bb4fd9" /><Relationship Type="http://schemas.openxmlformats.org/officeDocument/2006/relationships/slideLayout" Target="/ppt/slideLayouts/slideLayout17.xml" Id="R5a5eb7e1910243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Posição do Título 1">
            <a:extLst xmlns:a="http://schemas.openxmlformats.org/drawingml/2006/main"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550800"/>
            <a:ext cx="11090275" cy="13330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Texto 2">
            <a:extLst xmlns:a="http://schemas.openxmlformats.org/drawingml/2006/main"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0863" y="2113862"/>
            <a:ext cx="11091600" cy="3978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550863" y="6507212"/>
            <a:ext cx="2628900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359150" y="6507212"/>
            <a:ext cx="6379210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9948863" y="6507212"/>
            <a:ext cx="1692274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79e0491c8a4ff9"/>
    <p:sldLayoutId xmlns:r="http://schemas.openxmlformats.org/officeDocument/2006/relationships" id="2147483650" r:id="R26ff81631a0742d4"/>
    <p:sldLayoutId xmlns:r="http://schemas.openxmlformats.org/officeDocument/2006/relationships" id="2147483651" r:id="Rcf1c8cfc9a26405e"/>
    <p:sldLayoutId xmlns:r="http://schemas.openxmlformats.org/officeDocument/2006/relationships" id="2147483652" r:id="Redcf32dcba564a0e"/>
    <p:sldLayoutId xmlns:r="http://schemas.openxmlformats.org/officeDocument/2006/relationships" id="2147483653" r:id="R6bcca9c151e045f6"/>
    <p:sldLayoutId xmlns:r="http://schemas.openxmlformats.org/officeDocument/2006/relationships" id="2147483654" r:id="Re651be48a0524aaf"/>
    <p:sldLayoutId xmlns:r="http://schemas.openxmlformats.org/officeDocument/2006/relationships" id="2147483655" r:id="R9b294dc165ea4fce"/>
    <p:sldLayoutId xmlns:r="http://schemas.openxmlformats.org/officeDocument/2006/relationships" id="2147483656" r:id="Rb03ca457943d497f"/>
    <p:sldLayoutId xmlns:r="http://schemas.openxmlformats.org/officeDocument/2006/relationships" id="2147483657" r:id="R0b3c5b23cdd84ca8"/>
    <p:sldLayoutId xmlns:r="http://schemas.openxmlformats.org/officeDocument/2006/relationships" id="2147483658" r:id="R5e4fbe161fa8477a"/>
    <p:sldLayoutId xmlns:r="http://schemas.openxmlformats.org/officeDocument/2006/relationships" id="2147483659" r:id="Ra3a6b80bca964ed0"/>
    <p:sldLayoutId xmlns:r="http://schemas.openxmlformats.org/officeDocument/2006/relationships" id="2147483660" r:id="R0444983b67644d3d"/>
    <p:sldLayoutId xmlns:r="http://schemas.openxmlformats.org/officeDocument/2006/relationships" id="2147483661" r:id="R3fce2b0d85134bff"/>
    <p:sldLayoutId xmlns:r="http://schemas.openxmlformats.org/officeDocument/2006/relationships" id="2147483662" r:id="R0d79420bd71d4125"/>
    <p:sldLayoutId xmlns:r="http://schemas.openxmlformats.org/officeDocument/2006/relationships" id="2147483663" r:id="Rc6483f2262bb4fd9"/>
    <p:sldLayoutId xmlns:r="http://schemas.openxmlformats.org/officeDocument/2006/relationships" id="2147483664" r:id="R5a5eb7e19102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8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10000"/>
        </a:lnSpc>
        <a:spcBef>
          <a:spcPts val="1000"/>
        </a:spcBef>
        <a:spcAft>
          <a:spcPts val="800"/>
        </a:spcAft>
        <a:buChar char="•"/>
        <a:defRPr sz="20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110000"/>
        </a:lnSpc>
        <a:spcBef>
          <a:spcPts val="500"/>
        </a:spcBef>
        <a:spcAft>
          <a:spcPts val="800"/>
        </a:spcAft>
        <a:buChar char="•"/>
        <a:defRPr sz="14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110000"/>
        </a:lnSpc>
        <a:spcBef>
          <a:spcPts val="500"/>
        </a:spcBef>
        <a:spcAft>
          <a:spcPts val="800"/>
        </a:spcAft>
        <a:buChar char="•"/>
        <a:defRPr sz="14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110000"/>
        </a:lnSpc>
        <a:spcBef>
          <a:spcPts val="500"/>
        </a:spcBef>
        <a:spcAft>
          <a:spcPts val="800"/>
        </a:spcAft>
        <a:buChar char="•"/>
        <a:defRPr sz="14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110000"/>
        </a:lnSpc>
        <a:spcBef>
          <a:spcPts val="500"/>
        </a:spcBef>
        <a:spcAft>
          <a:spcPts val="800"/>
        </a:spcAft>
        <a:buChar char="•"/>
        <a:defRPr sz="14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8557c70f414294" /><Relationship Type="http://schemas.openxmlformats.org/officeDocument/2006/relationships/image" Target="/ppt/media/image.jpeg" Id="R650dbf3c113142a7" /><Relationship Type="http://schemas.openxmlformats.org/officeDocument/2006/relationships/notesSlide" Target="/ppt/notesSlides/notesSlide1.xml" Id="R41aaccfdc9e643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b08f1e4d8034377" /><Relationship Type="http://schemas.openxmlformats.org/officeDocument/2006/relationships/image" Target="/ppt/media/image2.jpeg" Id="R99b718d9704040d0" /><Relationship Type="http://schemas.openxmlformats.org/officeDocument/2006/relationships/image" Target="/ppt/media/image3.jpeg" Id="R4f7efb7c3f534ac5" /><Relationship Type="http://schemas.openxmlformats.org/officeDocument/2006/relationships/image" Target="/ppt/media/image4.jpeg" Id="Rc83c7f0edf86436f" /><Relationship Type="http://schemas.openxmlformats.org/officeDocument/2006/relationships/image" Target="/ppt/media/image5.jpeg" Id="Rf114f80bf2b84b5c" /><Relationship Type="http://schemas.openxmlformats.org/officeDocument/2006/relationships/notesSlide" Target="/ppt/notesSlides/notesSlide2.xml" Id="Re414813d199d4c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c046891b0004deb" /><Relationship Type="http://schemas.openxmlformats.org/officeDocument/2006/relationships/image" Target="/ppt/media/image6.jpeg" Id="R3338470a92a84d30" /><Relationship Type="http://schemas.openxmlformats.org/officeDocument/2006/relationships/image" Target="/ppt/media/image.png" Id="R34ee3eb915cb42d9" /><Relationship Type="http://schemas.openxmlformats.org/officeDocument/2006/relationships/notesSlide" Target="/ppt/notesSlides/notesSlide3.xml" Id="R6e883cfadb5848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f0668f07cf649a6" /><Relationship Type="http://schemas.openxmlformats.org/officeDocument/2006/relationships/image" Target="/ppt/media/image2.png" Id="R9ffc64b8e8a94ef3" /><Relationship Type="http://schemas.openxmlformats.org/officeDocument/2006/relationships/notesSlide" Target="/ppt/notesSlides/notesSlide4.xml" Id="R74a1bca14d0848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ffdac7bc44f4fc7" /><Relationship Type="http://schemas.openxmlformats.org/officeDocument/2006/relationships/notesSlide" Target="/ppt/notesSlides/notesSlide5.xml" Id="Rd0763ff1891d4e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0c3576571841fb" /><Relationship Type="http://schemas.openxmlformats.org/officeDocument/2006/relationships/notesSlide" Target="/ppt/notesSlides/notesSlide6.xml" Id="R3154934f464c4a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5742e949d9148c4" /><Relationship Type="http://schemas.openxmlformats.org/officeDocument/2006/relationships/image" Target="/ppt/media/image7.jpeg" Id="Rfd51d4ffc6ba4181" /><Relationship Type="http://schemas.openxmlformats.org/officeDocument/2006/relationships/notesSlide" Target="/ppt/notesSlides/notesSlide7.xml" Id="Re03db49e066e48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8a9b2731f24fc0" /><Relationship Type="http://schemas.openxmlformats.org/officeDocument/2006/relationships/image" Target="/ppt/media/image8.jpeg" Id="R3c49426e9518422a" /><Relationship Type="http://schemas.openxmlformats.org/officeDocument/2006/relationships/image" Target="/ppt/media/image9.jpeg" Id="R7c330412cecf4557" /><Relationship Type="http://schemas.openxmlformats.org/officeDocument/2006/relationships/notesSlide" Target="/ppt/notesSlides/notesSlide8.xml" Id="R2c748337839341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ec4a93e84c4136" /><Relationship Type="http://schemas.openxmlformats.org/officeDocument/2006/relationships/notesSlide" Target="/ppt/notesSlides/notesSlide9.xml" Id="Rc187f986059442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999414" y="1051551"/>
            <a:ext cx="3824724" cy="238489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CGDTI-IA</a:t>
            </a:r>
          </a:p>
        </p:txBody>
      </p:sp>
      <p:pic>
        <p:nvPicPr>
          <p:cNvPr id="3" name="Marcador de Posição da 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dbf3c113142a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745236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7999413" y="3568700"/>
            <a:ext cx="3565524" cy="17319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Jefferson dos Anjos</a:t>
            </a:r>
          </a:p>
          <a:p xmlns:a="http://schemas.openxmlformats.org/drawingml/2006/main">
            <a:pPr>
              <a:buNone/>
            </a:pPr>
            <a:r>
              <a:t>Pedro Cavalcanti</a:t>
            </a:r>
          </a:p>
          <a:p xmlns:a="http://schemas.openxmlformats.org/drawingml/2006/main">
            <a:pPr>
              <a:buNone/>
            </a:pPr>
            <a:r>
              <a:t>Lucas Mation</a:t>
            </a: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3" y="4507200"/>
            <a:ext cx="4500562" cy="15629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Por que este projeto</a:t>
            </a:r>
          </a:p>
        </p:txBody>
      </p:sp>
      <p:pic>
        <p:nvPicPr>
          <p:cNvPr id="12" name="Marcador de Posição da Imagem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718d9704040d0"/>
          <a:srcRect xmlns:a="http://schemas.openxmlformats.org/drawingml/2006/main" l="0" t="42" r="0" b="42"/>
          <a:stretch xmlns:a="http://schemas.openxmlformats.org/drawingml/2006/main"/>
        </p:blipFill>
        <p:spPr>
          <a:xfrm xmlns:a="http://schemas.openxmlformats.org/drawingml/2006/main">
            <a:off x="0" y="0"/>
            <a:ext cx="3054096" cy="3776472"/>
          </a:xfrm>
          <a:prstGeom xmlns:a="http://schemas.openxmlformats.org/drawingml/2006/main" prst="rect">
            <a:avLst/>
          </a:prstGeom>
        </p:spPr>
      </p:pic>
      <p:pic>
        <p:nvPicPr>
          <p:cNvPr id="13" name="Marcador de Posição da Imagem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efb7c3f534ac5"/>
          <a:srcRect xmlns:a="http://schemas.openxmlformats.org/drawingml/2006/main" l="0" t="42" r="0" b="42"/>
          <a:stretch xmlns:a="http://schemas.openxmlformats.org/drawingml/2006/main"/>
        </p:blipFill>
        <p:spPr>
          <a:xfrm xmlns:a="http://schemas.openxmlformats.org/drawingml/2006/main">
            <a:off x="3054096" y="0"/>
            <a:ext cx="3054096" cy="3776472"/>
          </a:xfrm>
          <a:prstGeom xmlns:a="http://schemas.openxmlformats.org/drawingml/2006/main" prst="rect">
            <a:avLst/>
          </a:prstGeom>
        </p:spPr>
      </p:pic>
      <p:pic>
        <p:nvPicPr>
          <p:cNvPr id="14" name="Marcador de Posição da Imagem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c7f0edf86436f"/>
          <a:srcRect xmlns:a="http://schemas.openxmlformats.org/drawingml/2006/main" l="0" t="42" r="0" b="42"/>
          <a:stretch xmlns:a="http://schemas.openxmlformats.org/drawingml/2006/main"/>
        </p:blipFill>
        <p:spPr>
          <a:xfrm xmlns:a="http://schemas.openxmlformats.org/drawingml/2006/main">
            <a:off x="9137904" y="0"/>
            <a:ext cx="3054096" cy="3776472"/>
          </a:xfrm>
          <a:prstGeom xmlns:a="http://schemas.openxmlformats.org/drawingml/2006/main" prst="rect">
            <a:avLst/>
          </a:prstGeom>
        </p:spPr>
      </p:pic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</a:t>
            </a:r>
          </a:p>
        </p:txBody>
      </p:sp>
      <p:pic>
        <p:nvPicPr>
          <p:cNvPr id="18" name="Marcador de Posição da Imagem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4f80bf2b84b5c"/>
          <a:srcRect xmlns:a="http://schemas.openxmlformats.org/drawingml/2006/main" l="0" t="42" r="0" b="42"/>
          <a:stretch xmlns:a="http://schemas.openxmlformats.org/drawingml/2006/main"/>
        </p:blipFill>
        <p:spPr>
          <a:xfrm xmlns:a="http://schemas.openxmlformats.org/drawingml/2006/main">
            <a:off x="6083808" y="0"/>
            <a:ext cx="3054096" cy="3776472"/>
          </a:xfrm>
          <a:prstGeom xmlns:a="http://schemas.openxmlformats.org/drawingml/2006/main" prst="rect">
            <a:avLst/>
          </a:prstGeom>
        </p:spPr>
      </p:pic>
      <p:sp>
        <p:nvSpPr>
          <p:cNvPr id="2" name="Marcador de Posição de Conteúdo 11">
            <a:extLst xmlns:a="http://schemas.openxmlformats.org/drawingml/2006/main"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262563" y="4508500"/>
            <a:ext cx="6221412" cy="156368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/>
              <a:t>A revisão editorial de documentos técnicos ainda é lenta, cara e difícil de padronizar. O projeto nasce para apoiar o Editorial do IPEA com um sistema multiagente capaz de revisar documentos complexos com mais consistência, transparência e escala.</a:t>
            </a:r>
          </a:p>
        </p:txBody>
      </p:sp>
    </p:spTree>
    <p:extLst>
      <p:ext uri="{BB962C8B-B14F-4D97-AF65-F5344CB8AC3E}">
        <p14:creationId xmlns:p14="http://schemas.microsoft.com/office/powerpoint/2010/main" val="2158886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orma Livre: Forma 33">
            <a:extLst xmlns:a="http://schemas.openxmlformats.org/drawingml/2006/main"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2445" y="481888"/>
            <a:ext cx="1080000" cy="1262947"/>
          </a:xfrm>
          <a:custGeom xmlns:a="http://schemas.openxmlformats.org/drawingml/2006/main"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 xmlns:a="http://schemas.openxmlformats.org/drawingml/2006/main"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/>
          </a:gradFill>
          <a:effectLst xmlns:a="http://schemas.openxmlformats.org/drawingml/2006/main"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26845" y="828962"/>
            <a:ext cx="540000" cy="10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/>
          </a:gradFill>
          <a:ln xmlns:a="http://schemas.openxmlformats.org/drawingml/2006/main">
            <a:noFill/>
          </a:ln>
          <a:effectLst xmlns:a="http://schemas.openxmlformats.org/drawingml/2006/main"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802" y="2472855"/>
            <a:ext cx="360000" cy="36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shape"/>
          </a:gradFill>
          <a:ln xmlns:a="http://schemas.openxmlformats.org/drawingml/2006/main">
            <a:noFill/>
          </a:ln>
          <a:effectLst xmlns:a="http://schemas.openxmlformats.org/drawingml/2006/main"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Forma Livre: Forma 40">
            <a:extLst xmlns:a="http://schemas.openxmlformats.org/drawingml/2006/main">
              <a:ext uri="{FF2B5EF4-FFF2-40B4-BE49-F238E27FC236}">
                <a16:creationId xmlns:a16="http://schemas.microsoft.com/office/drawing/2014/main" id="{79FAC916-D9BB-4794-81B4-7C47C67E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V="1">
            <a:off x="1455984" y="4934156"/>
            <a:ext cx="1853969" cy="926985"/>
          </a:xfrm>
          <a:custGeom xmlns:a="http://schemas.openxmlformats.org/drawingml/2006/main">
            <a:rect l="l" t="t" r="r" b="b"/>
            <a:pathLst>
              <a:path w="2658746" h="1329373">
                <a:moveTo>
                  <a:pt x="1329373" y="0"/>
                </a:moveTo>
                <a:cubicBezTo>
                  <a:pt x="2063565" y="0"/>
                  <a:pt x="2658746" y="595181"/>
                  <a:pt x="2658746" y="1329373"/>
                </a:cubicBezTo>
                <a:lnTo>
                  <a:pt x="1994059" y="1329373"/>
                </a:lnTo>
                <a:cubicBezTo>
                  <a:pt x="1994059" y="962277"/>
                  <a:pt x="1696469" y="664687"/>
                  <a:pt x="1329373" y="664687"/>
                </a:cubicBezTo>
                <a:cubicBezTo>
                  <a:pt x="962277" y="664687"/>
                  <a:pt x="664687" y="962277"/>
                  <a:pt x="664687" y="1329373"/>
                </a:cubicBezTo>
                <a:lnTo>
                  <a:pt x="0" y="1329373"/>
                </a:lnTo>
                <a:cubicBezTo>
                  <a:pt x="0" y="595181"/>
                  <a:pt x="595181" y="0"/>
                  <a:pt x="1329373" y="0"/>
                </a:cubicBezTo>
                <a:close/>
              </a:path>
            </a:pathLst>
          </a:custGeom>
          <a:solidFill xmlns:a="http://schemas.openxmlformats.org/drawingml/2006/main">
            <a:schemeClr val="bg2"/>
          </a:solidFill>
          <a:effectLst xmlns:a="http://schemas.openxmlformats.org/drawingml/2006/main">
            <a:innerShdw blurRad="254000" dist="50800" dir="16200000">
              <a:schemeClr val="accent1">
                <a:lumMod val="40000"/>
                <a:lumOff val="60000"/>
                <a:alpha val="4000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Forma Livre: Forma 41">
            <a:extLst xmlns:a="http://schemas.openxmlformats.org/drawingml/2006/main">
              <a:ext uri="{FF2B5EF4-FFF2-40B4-BE49-F238E27FC236}">
                <a16:creationId xmlns:a16="http://schemas.microsoft.com/office/drawing/2014/main" id="{B5CA2231-7A65-4D16-8400-A210CC4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V="1">
            <a:off x="1407451" y="4795205"/>
            <a:ext cx="1853969" cy="1093090"/>
          </a:xfrm>
          <a:custGeom xmlns:a="http://schemas.openxmlformats.org/drawingml/2006/main">
            <a:rect l="l" t="t" r="r" b="b"/>
            <a:pathLst>
              <a:path w="2658746" h="1329373">
                <a:moveTo>
                  <a:pt x="1329373" y="0"/>
                </a:moveTo>
                <a:cubicBezTo>
                  <a:pt x="2063565" y="0"/>
                  <a:pt x="2658746" y="595181"/>
                  <a:pt x="2658746" y="1329373"/>
                </a:cubicBezTo>
                <a:lnTo>
                  <a:pt x="1994059" y="1329373"/>
                </a:lnTo>
                <a:cubicBezTo>
                  <a:pt x="1994059" y="962277"/>
                  <a:pt x="1696469" y="664687"/>
                  <a:pt x="1329373" y="664687"/>
                </a:cubicBezTo>
                <a:cubicBezTo>
                  <a:pt x="962277" y="664687"/>
                  <a:pt x="664687" y="962277"/>
                  <a:pt x="664687" y="1329373"/>
                </a:cubicBezTo>
                <a:lnTo>
                  <a:pt x="0" y="1329373"/>
                </a:lnTo>
                <a:cubicBezTo>
                  <a:pt x="0" y="595181"/>
                  <a:pt x="595181" y="0"/>
                  <a:pt x="1329373" y="0"/>
                </a:cubicBezTo>
                <a:close/>
              </a:path>
            </a:pathLst>
          </a:custGeom>
          <a:solidFill xmlns:a="http://schemas.openxmlformats.org/drawingml/2006/main">
            <a:schemeClr val="bg2">
              <a:lumMod val="50000"/>
              <a:lumOff val="50000"/>
              <a:alpha val="40000"/>
            </a:schemeClr>
          </a:solidFill>
          <a:effectLst xmlns:a="http://schemas.openxmlformats.org/drawingml/2006/main">
            <a:softEdge rad="19050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4B089C8C-B82B-4704-88E2-E857A5E2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 flipV="1">
            <a:off x="2490724" y="4344633"/>
            <a:ext cx="107098" cy="46658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90000"/>
              <a:lumOff val="1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innerShdw blurRad="635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434B90C8-5B4D-456E-AD99-80EF748F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 flipV="1">
            <a:off x="1509698" y="5325659"/>
            <a:ext cx="107098" cy="46658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90000"/>
              <a:lumOff val="1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innerShdw blurRad="635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Retângulo 45">
            <a:extLst xmlns:a="http://schemas.openxmlformats.org/drawingml/2006/main">
              <a:ext uri="{FF2B5EF4-FFF2-40B4-BE49-F238E27FC236}">
                <a16:creationId xmlns:a16="http://schemas.microsoft.com/office/drawing/2014/main" id="{1DB043B4-68C6-45B9-82AC-A5800EA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Marcador de Posição da Imagem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8470a92a84d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1"/>
            <a:ext cx="12192001" cy="6896391"/>
          </a:xfrm>
          <a:prstGeom xmlns:a="http://schemas.openxmlformats.org/drawingml/2006/main" prst="rect">
            <a:avLst/>
          </a:prstGeom>
        </p:spPr>
      </p:pic>
      <p:sp>
        <p:nvSpPr>
          <p:cNvPr id="48" name="Retângulo 47">
            <a:extLst xmlns:a="http://schemas.openxmlformats.org/drawingml/2006/main">
              <a:ext uri="{FF2B5EF4-FFF2-40B4-BE49-F238E27FC236}">
                <a16:creationId xmlns:a16="http://schemas.microsoft.com/office/drawing/2014/main" id="{3C64A91D-E535-4C24-A0E3-96A3810E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3729"/>
            <a:ext cx="12192000" cy="10842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Retângulo 49">
            <a:extLst xmlns:a="http://schemas.openxmlformats.org/drawingml/2006/main">
              <a:ext uri="{FF2B5EF4-FFF2-40B4-BE49-F238E27FC236}">
                <a16:creationId xmlns:a16="http://schemas.microsoft.com/office/drawing/2014/main" id="{26FC4867-BA3E-4F8E-AB23-684F34DF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06509"/>
            <a:ext cx="9000000" cy="685799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50863" y="549275"/>
            <a:ext cx="5437187" cy="2986234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64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O </a:t>
            </a:r>
            <a:r>
              <a:rPr sz="64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que</a:t>
            </a:r>
            <a:r>
              <a:rPr sz="64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 é o </a:t>
            </a:r>
            <a:r>
              <a:rPr sz="64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projeto</a:t>
            </a:r>
          </a:p>
        </p:txBody>
      </p:sp>
      <p:sp>
        <p:nvSpPr>
          <p:cNvPr id="16" name="Subtítulo 15">
            <a:extLst xmlns:a="http://schemas.openxmlformats.org/drawingml/2006/main">
              <a:ext uri="{FF2B5EF4-FFF2-40B4-BE49-F238E27FC236}">
                <a16:creationId xmlns:a16="http://schemas.microsoft.com/office/drawing/2014/main" id="{4BDCF583-1D5D-4235-97C2-39272B80A0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0863" y="3827610"/>
            <a:ext cx="5437187" cy="2265216"/>
          </a:xfr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latin typeface="+mn-lt"/>
                <a:ea typeface="+mn-lt"/>
                <a:cs typeface="+mn-lt"/>
              </a:rPr>
              <a:t>Uma </a:t>
            </a:r>
            <a:r>
              <a:rPr>
                <a:latin typeface="+mn-lt"/>
                <a:ea typeface="+mn-lt"/>
                <a:cs typeface="+mn-lt"/>
              </a:rPr>
              <a:t>plataforma</a:t>
            </a:r>
            <a:r>
              <a:rPr>
                <a:latin typeface="+mn-lt"/>
                <a:ea typeface="+mn-lt"/>
                <a:cs typeface="+mn-lt"/>
              </a:rPr>
              <a:t> de </a:t>
            </a:r>
            <a:r>
              <a:rPr>
                <a:latin typeface="+mn-lt"/>
                <a:ea typeface="+mn-lt"/>
                <a:cs typeface="+mn-lt"/>
              </a:rPr>
              <a:t>revisão</a:t>
            </a:r>
            <a:r>
              <a:rPr>
                <a:latin typeface="+mn-lt"/>
                <a:ea typeface="+mn-lt"/>
                <a:cs typeface="+mn-lt"/>
              </a:rPr>
              <a:t> editorial </a:t>
            </a:r>
            <a:r>
              <a:rPr>
                <a:latin typeface="+mn-lt"/>
                <a:ea typeface="+mn-lt"/>
                <a:cs typeface="+mn-lt"/>
              </a:rPr>
              <a:t>assistida</a:t>
            </a:r>
            <a:r>
              <a:rPr>
                <a:latin typeface="+mn-lt"/>
                <a:ea typeface="+mn-lt"/>
                <a:cs typeface="+mn-lt"/>
              </a:rPr>
              <a:t> </a:t>
            </a:r>
            <a:r>
              <a:rPr>
                <a:latin typeface="+mn-lt"/>
                <a:ea typeface="+mn-lt"/>
                <a:cs typeface="+mn-lt"/>
              </a:rPr>
              <a:t>por</a:t>
            </a:r>
            <a:r>
              <a:rPr>
                <a:latin typeface="+mn-lt"/>
                <a:ea typeface="+mn-lt"/>
                <a:cs typeface="+mn-lt"/>
              </a:rPr>
              <a:t> IA para DOCX, PDF e </a:t>
            </a:r>
            <a:r>
              <a:rPr>
                <a:latin typeface="+mn-lt"/>
                <a:ea typeface="+mn-lt"/>
                <a:cs typeface="+mn-lt"/>
              </a:rPr>
              <a:t>documentos</a:t>
            </a:r>
            <a:r>
              <a:rPr>
                <a:latin typeface="+mn-lt"/>
                <a:ea typeface="+mn-lt"/>
                <a:cs typeface="+mn-lt"/>
              </a:rPr>
              <a:t> </a:t>
            </a:r>
            <a:r>
              <a:rPr>
                <a:latin typeface="+mn-lt"/>
                <a:ea typeface="+mn-lt"/>
                <a:cs typeface="+mn-lt"/>
              </a:rPr>
              <a:t>normalizados</a:t>
            </a:r>
            <a:r>
              <a:rPr>
                <a:latin typeface="+mn-lt"/>
                <a:ea typeface="+mn-lt"/>
                <a:cs typeface="+mn-lt"/>
              </a:rPr>
              <a:t>, com </a:t>
            </a:r>
            <a:r>
              <a:rPr>
                <a:latin typeface="+mn-lt"/>
                <a:ea typeface="+mn-lt"/>
                <a:cs typeface="+mn-lt"/>
              </a:rPr>
              <a:t>saída</a:t>
            </a:r>
            <a:r>
              <a:rPr>
                <a:latin typeface="+mn-lt"/>
                <a:ea typeface="+mn-lt"/>
                <a:cs typeface="+mn-lt"/>
              </a:rPr>
              <a:t> </a:t>
            </a:r>
            <a:r>
              <a:rPr>
                <a:latin typeface="+mn-lt"/>
                <a:ea typeface="+mn-lt"/>
                <a:cs typeface="+mn-lt"/>
              </a:rPr>
              <a:t>comentada</a:t>
            </a:r>
            <a:r>
              <a:rPr>
                <a:latin typeface="+mn-lt"/>
                <a:ea typeface="+mn-lt"/>
                <a:cs typeface="+mn-lt"/>
              </a:rPr>
              <a:t> e </a:t>
            </a:r>
            <a:r>
              <a:rPr>
                <a:latin typeface="+mn-lt"/>
                <a:ea typeface="+mn-lt"/>
                <a:cs typeface="+mn-lt"/>
              </a:rPr>
              <a:t>rastreável</a:t>
            </a:r>
            <a:r>
              <a:rPr>
                <a:latin typeface="+mn-lt"/>
                <a:ea typeface="+mn-lt"/>
                <a:cs typeface="+mn-lt"/>
              </a:rPr>
              <a:t>.</a:t>
            </a:r>
          </a:p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2910D835-B454-4270-BB35-86A187307E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Terça-feira, 2 de fevereiro de 20XX</a:t>
            </a:r>
          </a:p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F7F653B-90B5-4F47-A33F-93DCB2EF6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Texto de Rodapé de Exemplo</a:t>
            </a:r>
          </a:p>
        </p:txBody>
      </p:sp>
      <p:sp>
        <p:nvSpPr>
          <p:cNvPr id="4" name="Marcador de Posição do Número do Diapositivo 3">
            <a:extLst xmlns:a="http://schemas.openxmlformats.org/drawingml/2006/main"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Retângulo 51">
            <a:extLst xmlns:a="http://schemas.openxmlformats.org/drawingml/2006/main">
              <a:ext uri="{FF2B5EF4-FFF2-40B4-BE49-F238E27FC236}">
                <a16:creationId xmlns:a16="http://schemas.microsoft.com/office/drawing/2014/main" id="{65069966-8204-4679-933A-F2597BB8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7"/>
          </a:solidFill>
          <a:ln xmlns:a="http://schemas.openxmlformats.org/drawingml/2006/main" w="0">
            <a:solidFill>
              <a:srgbClr val="201C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Retângulo 52">
            <a:extLst xmlns:a="http://schemas.openxmlformats.org/drawingml/2006/main">
              <a:ext uri="{FF2B5EF4-FFF2-40B4-BE49-F238E27FC236}">
                <a16:creationId xmlns:a16="http://schemas.microsoft.com/office/drawing/2014/main" id="{212BA8A1-7773-40E7-B75C-7FF0A4A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23 de abril de 2026</a:t>
            </a:r>
          </a:p>
        </p:txBody>
      </p:sp>
      <p:sp>
        <p:nvSpPr>
          <p:cNvPr id="54" name="Retângulo 53">
            <a:extLst xmlns:a="http://schemas.openxmlformats.org/drawingml/2006/main">
              <a:ext uri="{FF2B5EF4-FFF2-40B4-BE49-F238E27FC236}">
                <a16:creationId xmlns:a16="http://schemas.microsoft.com/office/drawing/2014/main" id="{922EE555-872C-4676-96C9-FAA0D38A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543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lang_IPEA_editorial</a:t>
            </a:r>
          </a:p>
        </p:txBody>
      </p:sp>
      <p:sp>
        <p:nvSpPr>
          <p:cNvPr id="55" name="Retângulo 54">
            <a:extLst xmlns:a="http://schemas.openxmlformats.org/drawingml/2006/main">
              <a:ext uri="{FF2B5EF4-FFF2-40B4-BE49-F238E27FC236}">
                <a16:creationId xmlns:a16="http://schemas.microsoft.com/office/drawing/2014/main" id="{46509F5F-1A17-4578-B089-F6B993C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60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e3eb915cb42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2901" y="1535161"/>
            <a:ext cx="5548909" cy="40006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218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ítulo 2">
            <a:extLst xmlns:a="http://schemas.openxmlformats.org/drawingml/2006/main">
              <a:ext uri="{FF2B5EF4-FFF2-40B4-BE49-F238E27FC236}">
                <a16:creationId xmlns:a16="http://schemas.microsoft.com/office/drawing/2014/main" id="{FAD72D26-24EF-4CBD-9431-A558CB7CA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549275"/>
            <a:ext cx="11091600" cy="133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Como o </a:t>
            </a:r>
            <a:r>
              <a:t>projeto</a:t>
            </a:r>
            <a:r>
              <a:t> opera</a:t>
            </a:r>
          </a:p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81FCAF0A-629F-4EC6-B3E6-563ED999F3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7" name="Marcador de Posição do Rodapé 6">
            <a:extLst xmlns:a="http://schemas.openxmlformats.org/drawingml/2006/main">
              <a:ext uri="{FF2B5EF4-FFF2-40B4-BE49-F238E27FC236}">
                <a16:creationId xmlns:a16="http://schemas.microsoft.com/office/drawing/2014/main" id="{920A7C57-D6C5-4BA0-AB3C-41D4E3436B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5E5CAC52-3FD1-464A-805A-B8F7AF0457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4</a:t>
            </a:r>
          </a:p>
        </p:txBody>
      </p:sp>
      <p:pic>
        <p:nvPicPr>
          <p:cNvPr id="9" name="Imagem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c64b8e8a94e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358" y="3196272"/>
            <a:ext cx="10079341" cy="3264829"/>
          </a:xfrm>
          <a:prstGeom xmlns:a="http://schemas.openxmlformats.org/drawingml/2006/main" prst="rect">
            <a:avLst/>
          </a:prstGeom>
        </p:spPr>
      </p:pic>
      <p:sp>
        <p:nvSpPr>
          <p:cNvPr id="18" name="CaixaDeTexto 17">
            <a:extLst xmlns:a="http://schemas.openxmlformats.org/drawingml/2006/main">
              <a:ext uri="{FF2B5EF4-FFF2-40B4-BE49-F238E27FC236}">
                <a16:creationId xmlns:a16="http://schemas.microsoft.com/office/drawing/2014/main" id="{D8D4B2F6-9EAB-5237-B09D-88EDC617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59" y="1465832"/>
            <a:ext cx="10079341" cy="6495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O sistema recebe o documento, normaliza sua estrutura, distribui a revisão entre agentes especializados, valida os comentários e consolida a saída em DOCX comentado e JSON.</a:t>
            </a:r>
          </a:p>
        </p:txBody>
      </p:sp>
    </p:spTree>
    <p:extLst>
      <p:ext uri="{BB962C8B-B14F-4D97-AF65-F5344CB8AC3E}">
        <p14:creationId xmlns:p14="http://schemas.microsoft.com/office/powerpoint/2010/main" val="26246300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Forma Livre: Forma 25">
            <a:extLst xmlns:a="http://schemas.openxmlformats.org/drawingml/2006/main">
              <a:ext uri="{FF2B5EF4-FFF2-40B4-BE49-F238E27FC236}">
                <a16:creationId xmlns:a16="http://schemas.microsoft.com/office/drawing/2014/main" id="{57DAB968-9B52-4EFF-AD39-7657DFEA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0634861" y="2030035"/>
            <a:ext cx="1080000" cy="1262947"/>
          </a:xfrm>
          <a:custGeom xmlns:a="http://schemas.openxmlformats.org/drawingml/2006/main"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 xmlns:a="http://schemas.openxmlformats.org/drawingml/2006/main"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80000"/>
                  <a:lumOff val="20000"/>
                </a:schemeClr>
              </a:gs>
              <a:gs pos="100000">
                <a:schemeClr val="bg2"/>
              </a:gs>
            </a:gsLst>
            <a:lin ang="600000"/>
          </a:gradFill>
          <a:effectLst xmlns:a="http://schemas.openxmlformats.org/drawingml/2006/main">
            <a:innerShdw blurRad="254000" dist="101600" dir="732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62BE440-9634-4380-B142-5DB69242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>
            <a:off x="10649261" y="1865908"/>
            <a:ext cx="540000" cy="10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0">
                <a:schemeClr val="bg2">
                  <a:lumMod val="75000"/>
                  <a:lumOff val="25000"/>
                  <a:alpha val="33000"/>
                </a:schemeClr>
              </a:gs>
            </a:gsLst>
            <a:lin ang="5400000"/>
          </a:gradFill>
          <a:ln xmlns:a="http://schemas.openxmlformats.org/drawingml/2006/main">
            <a:noFill/>
          </a:ln>
          <a:effectLst xmlns:a="http://schemas.openxmlformats.org/drawingml/2006/main"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549275"/>
            <a:ext cx="11097551" cy="1332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Objetivos e entregas</a:t>
            </a:r>
          </a:p>
        </p:txBody>
      </p:sp>
      <p:sp>
        <p:nvSpPr>
          <p:cNvPr id="9" name="Marcador de Posição do Texto 8">
            <a:extLst xmlns:a="http://schemas.openxmlformats.org/drawingml/2006/main"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0864" y="1731375"/>
            <a:ext cx="5437186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/>
              <a:t>Por </a:t>
            </a:r>
            <a:r>
              <a:rPr sz="2000"/>
              <a:t>que</a:t>
            </a:r>
            <a:r>
              <a:rPr sz="2000"/>
              <a:t> </a:t>
            </a:r>
            <a:r>
              <a:rPr sz="2000"/>
              <a:t>ele</a:t>
            </a:r>
            <a:r>
              <a:rPr sz="2000"/>
              <a:t> </a:t>
            </a:r>
            <a:r>
              <a:rPr sz="2000"/>
              <a:t>existe</a:t>
            </a:r>
          </a:p>
        </p:txBody>
      </p:sp>
      <p:sp>
        <p:nvSpPr>
          <p:cNvPr id="10" name="Marcador de Posição de Conteúdo 9">
            <a:extLst xmlns:a="http://schemas.openxmlformats.org/drawingml/2006/main"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50863" y="2427370"/>
            <a:ext cx="5429114" cy="3515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Reduzir </a:t>
            </a:r>
            <a:r>
              <a:t>falso</a:t>
            </a:r>
            <a:r>
              <a:t> </a:t>
            </a:r>
            <a:r>
              <a:t>positivo</a:t>
            </a:r>
            <a:r>
              <a:t> e </a:t>
            </a:r>
            <a:r>
              <a:t>aumentar</a:t>
            </a:r>
            <a:r>
              <a:t> a </a:t>
            </a:r>
            <a:r>
              <a:t>confiança</a:t>
            </a:r>
            <a:r>
              <a:t> </a:t>
            </a:r>
            <a:r>
              <a:t>na</a:t>
            </a:r>
            <a:r>
              <a:t> </a:t>
            </a:r>
            <a:r>
              <a:t>revisão</a:t>
            </a:r>
            <a:r>
              <a:t>.</a:t>
            </a:r>
          </a:p>
          <a:p xmlns:a="http://schemas.openxmlformats.org/drawingml/2006/main">
            <a:pPr>
              <a:buNone/>
            </a:pPr>
            <a:r>
              <a:t>Dar </a:t>
            </a:r>
            <a:r>
              <a:t>comentários</a:t>
            </a:r>
            <a:r>
              <a:t> </a:t>
            </a:r>
            <a:r>
              <a:t>curtos</a:t>
            </a:r>
            <a:r>
              <a:t>, </a:t>
            </a:r>
            <a:r>
              <a:t>localizados</a:t>
            </a:r>
            <a:r>
              <a:t> e </a:t>
            </a:r>
            <a:r>
              <a:t>acionáveis</a:t>
            </a:r>
            <a:r>
              <a:t>.</a:t>
            </a:r>
          </a:p>
          <a:p xmlns:a="http://schemas.openxmlformats.org/drawingml/2006/main">
            <a:pPr>
              <a:buNone/>
            </a:pPr>
            <a:r>
              <a:t>Evitar</a:t>
            </a:r>
            <a:r>
              <a:t> </a:t>
            </a:r>
            <a:r>
              <a:t>correções</a:t>
            </a:r>
            <a:r>
              <a:t> </a:t>
            </a:r>
            <a:r>
              <a:t>silenciosas</a:t>
            </a:r>
            <a:r>
              <a:t> e </a:t>
            </a:r>
            <a:r>
              <a:t>tornar</a:t>
            </a:r>
            <a:r>
              <a:t> a </a:t>
            </a:r>
            <a:r>
              <a:t>revisão</a:t>
            </a:r>
            <a:r>
              <a:t> </a:t>
            </a:r>
            <a:r>
              <a:t>transparente</a:t>
            </a:r>
            <a:r>
              <a:t>.</a:t>
            </a:r>
          </a:p>
        </p:txBody>
      </p:sp>
      <p:sp>
        <p:nvSpPr>
          <p:cNvPr id="11" name="Marcador de Posição do Texto 10">
            <a:extLst xmlns:a="http://schemas.openxmlformats.org/drawingml/2006/main"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12024" y="1731375"/>
            <a:ext cx="5436392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/>
              <a:t>O </a:t>
            </a:r>
            <a:r>
              <a:rPr sz="2000"/>
              <a:t>que</a:t>
            </a:r>
            <a:r>
              <a:rPr sz="2000"/>
              <a:t> </a:t>
            </a:r>
            <a:r>
              <a:rPr sz="2000"/>
              <a:t>ele</a:t>
            </a:r>
            <a:r>
              <a:rPr sz="2000"/>
              <a:t> </a:t>
            </a:r>
            <a:r>
              <a:rPr sz="2000"/>
              <a:t>entrega</a:t>
            </a:r>
          </a:p>
        </p:txBody>
      </p:sp>
      <p:sp>
        <p:nvSpPr>
          <p:cNvPr id="12" name="Marcador de Posição de Conteúdo 11">
            <a:extLst xmlns:a="http://schemas.openxmlformats.org/drawingml/2006/main"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12023" y="2427370"/>
            <a:ext cx="5436391" cy="3515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Leitura</a:t>
            </a:r>
            <a:r>
              <a:t> </a:t>
            </a:r>
            <a:r>
              <a:t>estruturada</a:t>
            </a:r>
            <a:r>
              <a:t> do </a:t>
            </a:r>
            <a:r>
              <a:t>documento</a:t>
            </a:r>
            <a:r>
              <a:t>.</a:t>
            </a:r>
          </a:p>
          <a:p xmlns:a="http://schemas.openxmlformats.org/drawingml/2006/main">
            <a:pPr>
              <a:buNone/>
            </a:pPr>
            <a:r>
              <a:t>Revisão</a:t>
            </a:r>
            <a:r>
              <a:t> </a:t>
            </a:r>
            <a:r>
              <a:t>por</a:t>
            </a:r>
            <a:r>
              <a:t> </a:t>
            </a:r>
            <a:r>
              <a:t>agentes</a:t>
            </a:r>
            <a:r>
              <a:t> </a:t>
            </a:r>
            <a:r>
              <a:t>especializados</a:t>
            </a:r>
            <a:r>
              <a:t>.</a:t>
            </a:r>
          </a:p>
          <a:p xmlns:a="http://schemas.openxmlformats.org/drawingml/2006/main">
            <a:pPr>
              <a:buNone/>
            </a:pPr>
            <a:r>
              <a:t>DOCX </a:t>
            </a:r>
            <a:r>
              <a:t>comentado</a:t>
            </a:r>
            <a:r>
              <a:t> e </a:t>
            </a:r>
            <a:r>
              <a:t>relatório</a:t>
            </a:r>
            <a:r>
              <a:t> JSON </a:t>
            </a:r>
            <a:r>
              <a:t>consolidado</a:t>
            </a:r>
            <a:r>
              <a:t>.</a:t>
            </a:r>
          </a:p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22" name="Forma Livre: Forma 21">
            <a:extLst xmlns:a="http://schemas.openxmlformats.org/drawingml/2006/main">
              <a:ext uri="{FF2B5EF4-FFF2-40B4-BE49-F238E27FC236}">
                <a16:creationId xmlns:a16="http://schemas.microsoft.com/office/drawing/2014/main" id="{C6F3814E-455F-456B-B1AF-7B993965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0"/>
            <a:ext cx="360000" cy="274638"/>
          </a:xfrm>
          <a:custGeom xmlns:a="http://schemas.openxmlformats.org/drawingml/2006/main"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shape"/>
          </a:gradFill>
          <a:effectLst xmlns:a="http://schemas.openxmlformats.org/drawingml/2006/main"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913455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47788B34-4190-4916-9048-47720EA5A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549275"/>
            <a:ext cx="11097551" cy="133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Ecossistema e diferencial</a:t>
            </a:r>
          </a:p>
        </p:txBody>
      </p:sp>
      <p:sp>
        <p:nvSpPr>
          <p:cNvPr id="8" name="Marcador de Posição do Texto 7">
            <a:extLst xmlns:a="http://schemas.openxmlformats.org/drawingml/2006/main">
              <a:ext uri="{FF2B5EF4-FFF2-40B4-BE49-F238E27FC236}">
                <a16:creationId xmlns:a16="http://schemas.microsoft.com/office/drawing/2014/main" id="{ABA415A0-3B77-43FB-A408-5F1DA4B0AA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0864" y="1731375"/>
            <a:ext cx="3563936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Inspirações</a:t>
            </a:r>
          </a:p>
        </p:txBody>
      </p:sp>
      <p:sp>
        <p:nvSpPr>
          <p:cNvPr id="9" name="Marcador de Posição de Conteúdo 8">
            <a:extLst xmlns:a="http://schemas.openxmlformats.org/drawingml/2006/main">
              <a:ext uri="{FF2B5EF4-FFF2-40B4-BE49-F238E27FC236}">
                <a16:creationId xmlns:a16="http://schemas.microsoft.com/office/drawing/2014/main" id="{8598ECEC-4413-4244-8F21-0076EC5118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59476" y="2432304"/>
            <a:ext cx="3563936" cy="35155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/>
              <a:t>Grammarly e Microsoft Editor </a:t>
            </a:r>
            <a:r>
              <a:rPr sz="1400"/>
              <a:t>mostram</a:t>
            </a:r>
            <a:r>
              <a:rPr sz="1400"/>
              <a:t> o valor da </a:t>
            </a:r>
            <a:r>
              <a:rPr sz="1400"/>
              <a:t>assistência</a:t>
            </a:r>
            <a:r>
              <a:rPr sz="1400"/>
              <a:t> </a:t>
            </a:r>
            <a:r>
              <a:rPr sz="1400"/>
              <a:t>linguística</a:t>
            </a:r>
            <a:r>
              <a:rPr sz="1400"/>
              <a:t>.</a:t>
            </a:r>
          </a:p>
          <a:p xmlns:a="http://schemas.openxmlformats.org/drawingml/2006/main">
            <a:pPr>
              <a:buNone/>
            </a:pPr>
            <a:r>
              <a:rPr sz="1400"/>
              <a:t>PerfectIt </a:t>
            </a:r>
            <a:r>
              <a:rPr sz="1400"/>
              <a:t>inspira</a:t>
            </a:r>
            <a:r>
              <a:rPr sz="1400"/>
              <a:t> a </a:t>
            </a:r>
            <a:r>
              <a:rPr sz="1400"/>
              <a:t>busca</a:t>
            </a:r>
            <a:r>
              <a:rPr sz="1400"/>
              <a:t> </a:t>
            </a:r>
            <a:r>
              <a:rPr sz="1400"/>
              <a:t>por</a:t>
            </a:r>
            <a:r>
              <a:rPr sz="1400"/>
              <a:t> </a:t>
            </a:r>
            <a:r>
              <a:rPr sz="1400"/>
              <a:t>consistência</a:t>
            </a:r>
            <a:r>
              <a:rPr sz="1400"/>
              <a:t> editorial.</a:t>
            </a:r>
          </a:p>
          <a:p xmlns:a="http://schemas.openxmlformats.org/drawingml/2006/main">
            <a:pPr>
              <a:buNone/>
            </a:pPr>
            <a:r>
              <a:rPr sz="1400"/>
              <a:t>Trinka se </a:t>
            </a:r>
            <a:r>
              <a:rPr sz="1400"/>
              <a:t>aproxima</a:t>
            </a:r>
            <a:r>
              <a:rPr sz="1400"/>
              <a:t> do un</a:t>
            </a:r>
            <a:r>
              <a:rPr sz="1400"/>
              <a:t>i</a:t>
            </a:r>
            <a:r>
              <a:rPr sz="1400"/>
              <a:t>verso </a:t>
            </a:r>
            <a:r>
              <a:rPr sz="1400"/>
              <a:t>acadêmico</a:t>
            </a:r>
            <a:r>
              <a:rPr sz="1400"/>
              <a:t>.</a:t>
            </a:r>
          </a:p>
        </p:txBody>
      </p:sp>
      <p:sp>
        <p:nvSpPr>
          <p:cNvPr id="12" name="Marcador de Posição do Texto 11">
            <a:extLst xmlns:a="http://schemas.openxmlformats.org/drawingml/2006/main">
              <a:ext uri="{FF2B5EF4-FFF2-40B4-BE49-F238E27FC236}">
                <a16:creationId xmlns:a16="http://schemas.microsoft.com/office/drawing/2014/main" id="{3A63626D-0E6E-4023-ABFC-A744C986215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341573" y="1731375"/>
            <a:ext cx="3566160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Concorrentes</a:t>
            </a:r>
          </a:p>
        </p:txBody>
      </p:sp>
      <p:sp>
        <p:nvSpPr>
          <p:cNvPr id="13" name="Marcador de Posição de Conteúdo 12">
            <a:extLst xmlns:a="http://schemas.openxmlformats.org/drawingml/2006/main">
              <a:ext uri="{FF2B5EF4-FFF2-40B4-BE49-F238E27FC236}">
                <a16:creationId xmlns:a16="http://schemas.microsoft.com/office/drawing/2014/main" id="{258E9390-685C-4BAD-BFAD-EC56E81C474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341573" y="2427370"/>
            <a:ext cx="3508755" cy="35155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/>
              <a:t>Em </a:t>
            </a:r>
            <a:r>
              <a:rPr sz="1400"/>
              <a:t>geral</a:t>
            </a:r>
            <a:r>
              <a:rPr sz="1400"/>
              <a:t>, </a:t>
            </a:r>
            <a:r>
              <a:rPr sz="1400"/>
              <a:t>essas</a:t>
            </a:r>
            <a:r>
              <a:rPr sz="1400"/>
              <a:t> ferramentas </a:t>
            </a:r>
            <a:r>
              <a:rPr sz="1400"/>
              <a:t>focam</a:t>
            </a:r>
            <a:r>
              <a:rPr sz="1400"/>
              <a:t> </a:t>
            </a:r>
            <a:r>
              <a:rPr sz="1400"/>
              <a:t>escrita</a:t>
            </a:r>
            <a:r>
              <a:rPr sz="1400"/>
              <a:t>, </a:t>
            </a:r>
            <a:r>
              <a:rPr sz="1400"/>
              <a:t>estilo</a:t>
            </a:r>
            <a:r>
              <a:rPr sz="1400"/>
              <a:t> </a:t>
            </a:r>
            <a:r>
              <a:rPr sz="1400"/>
              <a:t>ou</a:t>
            </a:r>
            <a:r>
              <a:rPr sz="1400"/>
              <a:t> </a:t>
            </a:r>
            <a:r>
              <a:rPr sz="1400"/>
              <a:t>revisão</a:t>
            </a:r>
            <a:r>
              <a:rPr sz="1400"/>
              <a:t> </a:t>
            </a:r>
            <a:r>
              <a:rPr sz="1400"/>
              <a:t>acadêmica</a:t>
            </a:r>
            <a:r>
              <a:rPr sz="1400"/>
              <a:t> </a:t>
            </a:r>
            <a:r>
              <a:rPr sz="1400"/>
              <a:t>genérica</a:t>
            </a:r>
            <a:r>
              <a:rPr sz="1400"/>
              <a:t>.</a:t>
            </a:r>
          </a:p>
          <a:p xmlns:a="http://schemas.openxmlformats.org/drawingml/2006/main">
            <a:pPr>
              <a:buNone/>
            </a:pPr>
            <a:r>
              <a:rPr sz="1400"/>
              <a:t>Poucas</a:t>
            </a:r>
            <a:r>
              <a:rPr sz="1400"/>
              <a:t> </a:t>
            </a:r>
            <a:r>
              <a:rPr sz="1400"/>
              <a:t>tratam</a:t>
            </a:r>
            <a:r>
              <a:rPr sz="1400"/>
              <a:t> o </a:t>
            </a:r>
            <a:r>
              <a:rPr sz="1400"/>
              <a:t>documento</a:t>
            </a:r>
            <a:r>
              <a:rPr sz="1400"/>
              <a:t> </a:t>
            </a:r>
            <a:r>
              <a:rPr sz="1400"/>
              <a:t>como</a:t>
            </a:r>
            <a:r>
              <a:rPr sz="1400"/>
              <a:t> </a:t>
            </a:r>
            <a:r>
              <a:rPr sz="1400"/>
              <a:t>fluxo</a:t>
            </a:r>
            <a:r>
              <a:rPr sz="1400"/>
              <a:t> editorial </a:t>
            </a:r>
            <a:r>
              <a:rPr sz="1400"/>
              <a:t>completo</a:t>
            </a:r>
            <a:r>
              <a:rPr sz="1400"/>
              <a:t>.</a:t>
            </a:r>
          </a:p>
        </p:txBody>
      </p:sp>
      <p:sp>
        <p:nvSpPr>
          <p:cNvPr id="10" name="Marcador de Posição do Texto 9">
            <a:extLst xmlns:a="http://schemas.openxmlformats.org/drawingml/2006/main">
              <a:ext uri="{FF2B5EF4-FFF2-40B4-BE49-F238E27FC236}">
                <a16:creationId xmlns:a16="http://schemas.microsoft.com/office/drawing/2014/main" id="{34A9BC34-CFDB-4D7A-8D6C-1CE608D0909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139659" y="1731375"/>
            <a:ext cx="3566160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O que fazemos diferente</a:t>
            </a:r>
          </a:p>
        </p:txBody>
      </p:sp>
      <p:sp>
        <p:nvSpPr>
          <p:cNvPr id="11" name="Marcador de Posição de Conteúdo 10">
            <a:extLst xmlns:a="http://schemas.openxmlformats.org/drawingml/2006/main">
              <a:ext uri="{FF2B5EF4-FFF2-40B4-BE49-F238E27FC236}">
                <a16:creationId xmlns:a16="http://schemas.microsoft.com/office/drawing/2014/main" id="{1D014E48-5DD9-49CE-AD5B-0FEF69204F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8139659" y="2427370"/>
            <a:ext cx="3508755" cy="35155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/>
              <a:t>Combinamos</a:t>
            </a:r>
            <a:r>
              <a:rPr sz="1400"/>
              <a:t> </a:t>
            </a:r>
            <a:r>
              <a:rPr sz="1400"/>
              <a:t>contexto</a:t>
            </a:r>
            <a:r>
              <a:rPr sz="1400"/>
              <a:t> documental, </a:t>
            </a:r>
            <a:r>
              <a:rPr sz="1400"/>
              <a:t>agentes</a:t>
            </a:r>
            <a:r>
              <a:rPr sz="1400"/>
              <a:t>por especialidade, comentários ancorados no arquivo e uma camada própria de referências com regras ABNT.</a:t>
            </a:r>
          </a:p>
        </p:txBody>
      </p:sp>
      <p:sp>
        <p:nvSpPr>
          <p:cNvPr id="14" name="Marcador de Posição da Data 13">
            <a:extLst xmlns:a="http://schemas.openxmlformats.org/drawingml/2006/main">
              <a:ext uri="{FF2B5EF4-FFF2-40B4-BE49-F238E27FC236}">
                <a16:creationId xmlns:a16="http://schemas.microsoft.com/office/drawing/2014/main" id="{D236478C-E242-44E0-8357-C72C9B588C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15" name="Marcador de Posição do Rodapé 14">
            <a:extLst xmlns:a="http://schemas.openxmlformats.org/drawingml/2006/main">
              <a:ext uri="{FF2B5EF4-FFF2-40B4-BE49-F238E27FC236}">
                <a16:creationId xmlns:a16="http://schemas.microsoft.com/office/drawing/2014/main" id="{65A6DC02-681E-4AF7-AC6E-57CDDB2FBA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16" name="Marcador de Posição do Número do Diapositivo 15">
            <a:extLst xmlns:a="http://schemas.openxmlformats.org/drawingml/2006/main">
              <a:ext uri="{FF2B5EF4-FFF2-40B4-BE49-F238E27FC236}">
                <a16:creationId xmlns:a16="http://schemas.microsoft.com/office/drawing/2014/main" id="{CF0A8666-4477-461C-A79D-E91232EE97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205470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3" y="4508500"/>
            <a:ext cx="4500562" cy="15629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Posicionamento</a:t>
            </a:r>
          </a:p>
        </p:txBody>
      </p:sp>
      <p:pic>
        <p:nvPicPr>
          <p:cNvPr id="12" name="Marcador de Posição da Imagem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1d4ffc6ba418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3776472"/>
          </a:xfrm>
          <a:prstGeom xmlns:a="http://schemas.openxmlformats.org/drawingml/2006/main" prst="rect">
            <a:avLst/>
          </a:prstGeom>
        </p:spPr>
      </p:pic>
      <p:sp>
        <p:nvSpPr>
          <p:cNvPr id="13" name="Marcador de Posição de Conteúdo 12">
            <a:extLst xmlns:a="http://schemas.openxmlformats.org/drawingml/2006/main">
              <a:ext uri="{FF2B5EF4-FFF2-40B4-BE49-F238E27FC236}">
                <a16:creationId xmlns:a16="http://schemas.microsoft.com/office/drawing/2014/main" id="{C0287FEC-3826-4868-8D93-52429C6156F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262411" y="4508500"/>
            <a:ext cx="6221412" cy="156368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/>
              <a:t>O projeto não é apenas um corretor de texto. Ele foi desenhado para apoiar a revisão editorial de documentos técnicos, com transparência, rastreabilidade e aderência a regras específicas. Enquanto concorrentes ajudam a escrever melhor, aqui o foco é revisar editorialmente melhor.</a:t>
            </a:r>
          </a:p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215613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ítulo 21">
            <a:extLst xmlns:a="http://schemas.openxmlformats.org/drawingml/2006/main"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50863" y="549275"/>
            <a:ext cx="5437187" cy="298623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Próximos</a:t>
            </a:r>
            <a:r>
              <a:t> </a:t>
            </a:r>
            <a:r>
              <a:t>passos</a:t>
            </a:r>
          </a:p>
        </p:txBody>
      </p:sp>
      <p:sp>
        <p:nvSpPr>
          <p:cNvPr id="23" name="Subtítulo 22">
            <a:extLst xmlns:a="http://schemas.openxmlformats.org/drawingml/2006/main">
              <a:ext uri="{FF2B5EF4-FFF2-40B4-BE49-F238E27FC236}">
                <a16:creationId xmlns:a16="http://schemas.microsoft.com/office/drawing/2014/main" id="{8E5E4638-9BCB-4C2E-914F-CC868E2020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0863" y="1623535"/>
            <a:ext cx="5437187" cy="42816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Refinar</a:t>
            </a:r>
            <a:r>
              <a:t> a </a:t>
            </a:r>
            <a:r>
              <a:t>narrativa</a:t>
            </a:r>
            <a:r>
              <a:t> </a:t>
            </a:r>
            <a:r>
              <a:t>conforme</a:t>
            </a:r>
            <a:r>
              <a:t> o </a:t>
            </a:r>
            <a:r>
              <a:t>público</a:t>
            </a:r>
            <a:r>
              <a:t>, aplicando aos prompts</a:t>
            </a:r>
          </a:p>
          <a:p xmlns:a="http://schemas.openxmlformats.org/drawingml/2006/main">
            <a:pPr>
              <a:buNone/>
            </a:pPr>
            <a:r>
              <a:t>Ampliar</a:t>
            </a:r>
            <a:r>
              <a:t> </a:t>
            </a:r>
            <a:r>
              <a:t>casos</a:t>
            </a:r>
            <a:r>
              <a:t> de </a:t>
            </a:r>
            <a:r>
              <a:t>uso</a:t>
            </a:r>
            <a:r>
              <a:t> com </a:t>
            </a:r>
            <a:r>
              <a:t>documentos</a:t>
            </a:r>
            <a:r>
              <a:t> reais</a:t>
            </a:r>
            <a:r>
              <a:t>, atualmente ele foi ajustado ao TD.</a:t>
            </a:r>
          </a:p>
          <a:p xmlns:a="http://schemas.openxmlformats.org/drawingml/2006/main">
            <a:pPr>
              <a:buNone/>
            </a:pPr>
            <a:r>
              <a:t>Evoluir</a:t>
            </a:r>
            <a:r>
              <a:t> </a:t>
            </a:r>
            <a:r>
              <a:t>validação</a:t>
            </a:r>
            <a:r>
              <a:t>, </a:t>
            </a:r>
            <a:r>
              <a:t>métricas</a:t>
            </a:r>
            <a:r>
              <a:t> e </a:t>
            </a:r>
            <a:r>
              <a:t>demonstrações</a:t>
            </a:r>
            <a:r>
              <a:t>, conforme os feedbacks forem vindo o sistema vai melhorando.</a:t>
            </a:r>
          </a:p>
        </p:txBody>
      </p:sp>
      <p:pic>
        <p:nvPicPr>
          <p:cNvPr id="24" name="Marcador de Posição da Imagem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9426e951842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56248" y="548640"/>
            <a:ext cx="5084064" cy="2880360"/>
          </a:xfrm>
          <a:prstGeom xmlns:a="http://schemas.openxmlformats.org/drawingml/2006/main" prst="rect">
            <a:avLst/>
          </a:prstGeom>
        </p:spPr>
      </p:pic>
      <p:pic>
        <p:nvPicPr>
          <p:cNvPr id="25" name="Marcador de Posição da Imagem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30412cecf45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56248" y="3429000"/>
            <a:ext cx="5084064" cy="2880360"/>
          </a:xfrm>
          <a:prstGeom xmlns:a="http://schemas.openxmlformats.org/drawingml/2006/main" prst="rect">
            <a:avLst/>
          </a:prstGeom>
        </p:spPr>
      </p:pic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Imagem 1">
            <a:extLst xmlns:a="http://schemas.openxmlformats.org/drawingml/2006/main">
              <a:ext uri="{FF2B5EF4-FFF2-40B4-BE49-F238E27FC236}">
                <a16:creationId xmlns:a16="http://schemas.microsoft.com/office/drawing/2014/main" id="{B964E8AE-83BD-FC61-6E88-E0FEF472AE14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B96D9889-5ADD-D8C1-30E6-41B1F679FA7A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4192946986"/>
      </p:ext>
    </p:extLst>
  </p:cSld>
</p:sld>
</file>

<file path=ppt/theme/theme1.xml><?xml version="1.0" encoding="utf-8"?>
<a:theme xmlns:a="http://schemas.openxmlformats.org/drawingml/2006/main" name="Float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loa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2026-04-24T01:05:13.3920000Z</dcterms:created>
  <dcterms:modified xsi:type="dcterms:W3CDTF">2026-04-24T01:05:13.3920000Z</dcterms:modified>
</coreProperties>
</file>